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57" r:id="rId51"/>
    <p:sldId id="258" r:id="rId52"/>
    <p:sldId id="259" r:id="rId53"/>
    <p:sldId id="260" r:id="rId54"/>
    <p:sldId id="261" r:id="rId55"/>
    <p:sldId id="262" r:id="rId56"/>
    <p:sldId id="263" r:id="rId57"/>
    <p:sldId id="264" r:id="rIdTextOnlySlide8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>
        <a:latin typeface="Arial"/>
        <a:ea typeface="MS PGothic"/>
      </a:defRPr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MS PGothic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MS PGothic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MS PGothic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MS PGothic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MS PGothic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D0A106E-F050-4475-AE74-186DD2AE9C4F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00"/>
    <a:srgbClr val="0000CC"/>
    <a:srgbClr val="99CCFF"/>
    <a:srgbClr val="0066FF"/>
    <a:srgbClr val="3B4C97"/>
    <a:srgbClr val="000099"/>
    <a:srgbClr val="000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75" autoAdjust="0"/>
    <p:restoredTop sz="89065" autoAdjust="0"/>
  </p:normalViewPr>
  <p:slideViewPr>
    <p:cSldViewPr>
      <p:cViewPr varScale="1">
        <p:scale>
          <a:sx n="112" d="100"/>
          <a:sy n="112" d="100"/>
        </p:scale>
        <p:origin x="948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0" d="100"/>
          <a:sy n="70" d="100"/>
        </p:scale>
        <p:origin x="-2802" y="-9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TextOnlySlide8" Type="http://schemas.openxmlformats.org/officeDocument/2006/relationships/slide" Target="slides/slide8.xml"/><Relationship Id="rId1" Type="http://schemas.openxmlformats.org/officeDocument/2006/relationships/slideMaster" Target="slideMasters/slideMaster1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44" Type="http://schemas.openxmlformats.org/officeDocument/2006/relationships/notesMaster" Target="notesMasters/notesMaster1.xml"/><Relationship Id="rId45" Type="http://schemas.openxmlformats.org/officeDocument/2006/relationships/handoutMaster" Target="handoutMasters/handout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microsoft.com/office/2016/11/relationships/changesInfo" Target="changesInfos/changesInfo1.xml"/><Relationship Id="rId51" Type="http://schemas.openxmlformats.org/officeDocument/2006/relationships/slide" Target="slides/slide1.xml"/><Relationship Id="rId52" Type="http://schemas.openxmlformats.org/officeDocument/2006/relationships/slide" Target="slides/slide2.xml"/><Relationship Id="rId53" Type="http://schemas.openxmlformats.org/officeDocument/2006/relationships/slide" Target="slides/slide3.xml"/><Relationship Id="rId54" Type="http://schemas.openxmlformats.org/officeDocument/2006/relationships/slide" Target="slides/slide4.xml"/><Relationship Id="rId55" Type="http://schemas.openxmlformats.org/officeDocument/2006/relationships/slide" Target="slides/slide5.xml"/><Relationship Id="rId56" Type="http://schemas.openxmlformats.org/officeDocument/2006/relationships/slide" Target="slides/slide6.xml"/><Relationship Id="rId57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ngsun Ahn" userId="518abb9056612078" providerId="LiveId" clId="{26BC773D-7115-4A87-A284-8E0674A1E3A0}"/>
    <pc:docChg chg="undo custSel delSld modSld modSection">
      <pc:chgData name="Changsun Ahn" userId="518abb9056612078" providerId="LiveId" clId="{26BC773D-7115-4A87-A284-8E0674A1E3A0}" dt="2026-07-30T01:16:33.489" v="7" actId="47"/>
      <pc:docMkLst>
        <pc:docMk/>
      </pc:docMkLst>
      <pc:sldChg chg="del">
        <pc:chgData name="Changsun Ahn" userId="518abb9056612078" providerId="LiveId" clId="{26BC773D-7115-4A87-A284-8E0674A1E3A0}" dt="2026-07-30T01:16:33.489" v="7" actId="47"/>
        <pc:sldMkLst>
          <pc:docMk/>
          <pc:sldMk cId="474195226" sldId="871"/>
        </pc:sldMkLst>
      </pc:sldChg>
      <pc:sldChg chg="del">
        <pc:chgData name="Changsun Ahn" userId="518abb9056612078" providerId="LiveId" clId="{26BC773D-7115-4A87-A284-8E0674A1E3A0}" dt="2026-07-30T01:16:33.489" v="7" actId="47"/>
        <pc:sldMkLst>
          <pc:docMk/>
          <pc:sldMk cId="297504490" sldId="872"/>
        </pc:sldMkLst>
      </pc:sldChg>
      <pc:sldChg chg="modSp mod">
        <pc:chgData name="Changsun Ahn" userId="518abb9056612078" providerId="LiveId" clId="{26BC773D-7115-4A87-A284-8E0674A1E3A0}" dt="2026-07-30T01:15:31.563" v="5" actId="20577"/>
        <pc:sldMkLst>
          <pc:docMk/>
          <pc:sldMk cId="3174226046" sldId="915"/>
        </pc:sldMkLst>
        <pc:spChg chg="mod">
          <ac:chgData name="Changsun Ahn" userId="518abb9056612078" providerId="LiveId" clId="{26BC773D-7115-4A87-A284-8E0674A1E3A0}" dt="2026-07-30T01:15:31.563" v="5" actId="20577"/>
          <ac:spMkLst>
            <pc:docMk/>
            <pc:sldMk cId="3174226046" sldId="915"/>
            <ac:spMk id="19" creationId="{00000000-0000-0000-0000-000000000000}"/>
          </ac:spMkLst>
        </pc:spChg>
      </pc:sldChg>
      <pc:sldChg chg="del">
        <pc:chgData name="Changsun Ahn" userId="518abb9056612078" providerId="LiveId" clId="{26BC773D-7115-4A87-A284-8E0674A1E3A0}" dt="2026-07-30T01:16:20.971" v="6" actId="47"/>
        <pc:sldMkLst>
          <pc:docMk/>
          <pc:sldMk cId="1743384770" sldId="917"/>
        </pc:sldMkLst>
      </pc:sldChg>
      <pc:sldChg chg="del">
        <pc:chgData name="Changsun Ahn" userId="518abb9056612078" providerId="LiveId" clId="{26BC773D-7115-4A87-A284-8E0674A1E3A0}" dt="2026-07-30T01:16:20.971" v="6" actId="47"/>
        <pc:sldMkLst>
          <pc:docMk/>
          <pc:sldMk cId="2437741310" sldId="918"/>
        </pc:sldMkLst>
      </pc:sldChg>
      <pc:sldChg chg="del">
        <pc:chgData name="Changsun Ahn" userId="518abb9056612078" providerId="LiveId" clId="{26BC773D-7115-4A87-A284-8E0674A1E3A0}" dt="2026-07-30T01:16:20.971" v="6" actId="47"/>
        <pc:sldMkLst>
          <pc:docMk/>
          <pc:sldMk cId="2166412743" sldId="919"/>
        </pc:sldMkLst>
      </pc:sldChg>
      <pc:sldChg chg="del">
        <pc:chgData name="Changsun Ahn" userId="518abb9056612078" providerId="LiveId" clId="{26BC773D-7115-4A87-A284-8E0674A1E3A0}" dt="2026-07-30T01:16:20.971" v="6" actId="47"/>
        <pc:sldMkLst>
          <pc:docMk/>
          <pc:sldMk cId="1701861227" sldId="920"/>
        </pc:sldMkLst>
      </pc:sldChg>
      <pc:sldChg chg="del">
        <pc:chgData name="Changsun Ahn" userId="518abb9056612078" providerId="LiveId" clId="{26BC773D-7115-4A87-A284-8E0674A1E3A0}" dt="2026-07-30T01:16:20.971" v="6" actId="47"/>
        <pc:sldMkLst>
          <pc:docMk/>
          <pc:sldMk cId="519232037" sldId="921"/>
        </pc:sldMkLst>
      </pc:sldChg>
      <pc:sldChg chg="del">
        <pc:chgData name="Changsun Ahn" userId="518abb9056612078" providerId="LiveId" clId="{26BC773D-7115-4A87-A284-8E0674A1E3A0}" dt="2026-07-30T01:16:20.971" v="6" actId="47"/>
        <pc:sldMkLst>
          <pc:docMk/>
          <pc:sldMk cId="4136637569" sldId="922"/>
        </pc:sldMkLst>
      </pc:sldChg>
      <pc:sldChg chg="del">
        <pc:chgData name="Changsun Ahn" userId="518abb9056612078" providerId="LiveId" clId="{26BC773D-7115-4A87-A284-8E0674A1E3A0}" dt="2026-07-30T01:16:20.971" v="6" actId="47"/>
        <pc:sldMkLst>
          <pc:docMk/>
          <pc:sldMk cId="831033970" sldId="923"/>
        </pc:sldMkLst>
      </pc:sldChg>
      <pc:sldChg chg="del">
        <pc:chgData name="Changsun Ahn" userId="518abb9056612078" providerId="LiveId" clId="{26BC773D-7115-4A87-A284-8E0674A1E3A0}" dt="2026-07-30T01:16:20.971" v="6" actId="47"/>
        <pc:sldMkLst>
          <pc:docMk/>
          <pc:sldMk cId="3151416821" sldId="924"/>
        </pc:sldMkLst>
      </pc:sldChg>
      <pc:sldChg chg="del">
        <pc:chgData name="Changsun Ahn" userId="518abb9056612078" providerId="LiveId" clId="{26BC773D-7115-4A87-A284-8E0674A1E3A0}" dt="2026-07-30T01:16:20.971" v="6" actId="47"/>
        <pc:sldMkLst>
          <pc:docMk/>
          <pc:sldMk cId="1829320128" sldId="925"/>
        </pc:sldMkLst>
      </pc:sldChg>
      <pc:sldChg chg="del">
        <pc:chgData name="Changsun Ahn" userId="518abb9056612078" providerId="LiveId" clId="{26BC773D-7115-4A87-A284-8E0674A1E3A0}" dt="2026-07-30T01:16:20.971" v="6" actId="47"/>
        <pc:sldMkLst>
          <pc:docMk/>
          <pc:sldMk cId="3431485836" sldId="926"/>
        </pc:sldMkLst>
      </pc:sldChg>
      <pc:sldChg chg="del">
        <pc:chgData name="Changsun Ahn" userId="518abb9056612078" providerId="LiveId" clId="{26BC773D-7115-4A87-A284-8E0674A1E3A0}" dt="2026-07-30T01:16:20.971" v="6" actId="47"/>
        <pc:sldMkLst>
          <pc:docMk/>
          <pc:sldMk cId="3081601730" sldId="927"/>
        </pc:sldMkLst>
      </pc:sldChg>
      <pc:sldChg chg="del">
        <pc:chgData name="Changsun Ahn" userId="518abb9056612078" providerId="LiveId" clId="{26BC773D-7115-4A87-A284-8E0674A1E3A0}" dt="2026-07-30T01:16:20.971" v="6" actId="47"/>
        <pc:sldMkLst>
          <pc:docMk/>
          <pc:sldMk cId="1756593512" sldId="928"/>
        </pc:sldMkLst>
      </pc:sldChg>
    </pc:docChg>
  </pc:docChgLst>
  <pc:docChgLst>
    <pc:chgData name="Changsun Ahn" userId="518abb9056612078" providerId="LiveId" clId="{35FD0D37-7309-4F33-8079-6672F617D33C}"/>
    <pc:docChg chg="modSld">
      <pc:chgData name="Changsun Ahn" userId="518abb9056612078" providerId="LiveId" clId="{35FD0D37-7309-4F33-8079-6672F617D33C}" dt="2025-10-14T01:50:28.014" v="10"/>
      <pc:docMkLst>
        <pc:docMk/>
      </pc:docMkLst>
      <pc:sldChg chg="modSp mod">
        <pc:chgData name="Changsun Ahn" userId="518abb9056612078" providerId="LiveId" clId="{35FD0D37-7309-4F33-8079-6672F617D33C}" dt="2025-10-14T00:27:45.224" v="4" actId="20577"/>
        <pc:sldMkLst>
          <pc:docMk/>
          <pc:sldMk cId="297504490" sldId="872"/>
        </pc:sldMkLst>
        <pc:spChg chg="mod">
          <ac:chgData name="Changsun Ahn" userId="518abb9056612078" providerId="LiveId" clId="{35FD0D37-7309-4F33-8079-6672F617D33C}" dt="2025-10-14T00:27:45.224" v="4" actId="20577"/>
          <ac:spMkLst>
            <pc:docMk/>
            <pc:sldMk cId="297504490" sldId="872"/>
            <ac:spMk id="3" creationId="{00000000-0000-0000-0000-000000000000}"/>
          </ac:spMkLst>
        </pc:spChg>
      </pc:sldChg>
      <pc:sldChg chg="modSp">
        <pc:chgData name="Changsun Ahn" userId="518abb9056612078" providerId="LiveId" clId="{35FD0D37-7309-4F33-8079-6672F617D33C}" dt="2025-10-14T01:44:06.588" v="6"/>
        <pc:sldMkLst>
          <pc:docMk/>
          <pc:sldMk cId="3860292029" sldId="881"/>
        </pc:sldMkLst>
        <pc:graphicFrameChg chg="mod">
          <ac:chgData name="Changsun Ahn" userId="518abb9056612078" providerId="LiveId" clId="{35FD0D37-7309-4F33-8079-6672F617D33C}" dt="2025-10-14T01:44:06.588" v="6"/>
          <ac:graphicFrameMkLst>
            <pc:docMk/>
            <pc:sldMk cId="3860292029" sldId="881"/>
            <ac:graphicFrameMk id="19" creationId="{00000000-0000-0000-0000-000000000000}"/>
          </ac:graphicFrameMkLst>
        </pc:graphicFrameChg>
      </pc:sldChg>
      <pc:sldChg chg="addSp modSp mod">
        <pc:chgData name="Changsun Ahn" userId="518abb9056612078" providerId="LiveId" clId="{35FD0D37-7309-4F33-8079-6672F617D33C}" dt="2025-10-14T01:50:03.289" v="8" actId="1076"/>
        <pc:sldMkLst>
          <pc:docMk/>
          <pc:sldMk cId="3380350785" sldId="886"/>
        </pc:sldMkLst>
        <pc:graphicFrameChg chg="add mod">
          <ac:chgData name="Changsun Ahn" userId="518abb9056612078" providerId="LiveId" clId="{35FD0D37-7309-4F33-8079-6672F617D33C}" dt="2025-10-14T01:50:03.289" v="8" actId="1076"/>
          <ac:graphicFrameMkLst>
            <pc:docMk/>
            <pc:sldMk cId="3380350785" sldId="886"/>
            <ac:graphicFrameMk id="3" creationId="{85C9AF3D-D5DA-4ACB-8565-363D4BB568BF}"/>
          </ac:graphicFrameMkLst>
        </pc:graphicFrameChg>
      </pc:sldChg>
      <pc:sldChg chg="modSp">
        <pc:chgData name="Changsun Ahn" userId="518abb9056612078" providerId="LiveId" clId="{35FD0D37-7309-4F33-8079-6672F617D33C}" dt="2025-10-14T01:50:28.014" v="10"/>
        <pc:sldMkLst>
          <pc:docMk/>
          <pc:sldMk cId="2711729751" sldId="887"/>
        </pc:sldMkLst>
        <pc:spChg chg="mod">
          <ac:chgData name="Changsun Ahn" userId="518abb9056612078" providerId="LiveId" clId="{35FD0D37-7309-4F33-8079-6672F617D33C}" dt="2025-10-14T01:50:28.014" v="10"/>
          <ac:spMkLst>
            <pc:docMk/>
            <pc:sldMk cId="2711729751" sldId="887"/>
            <ac:spMk id="47" creationId="{00000000-0000-0000-0000-000000000000}"/>
          </ac:spMkLst>
        </pc:spChg>
        <pc:spChg chg="mod">
          <ac:chgData name="Changsun Ahn" userId="518abb9056612078" providerId="LiveId" clId="{35FD0D37-7309-4F33-8079-6672F617D33C}" dt="2025-10-14T01:50:28.014" v="10"/>
          <ac:spMkLst>
            <pc:docMk/>
            <pc:sldMk cId="2711729751" sldId="887"/>
            <ac:spMk id="52" creationId="{00000000-0000-0000-0000-000000000000}"/>
          </ac:spMkLst>
        </pc:spChg>
        <pc:grpChg chg="mod">
          <ac:chgData name="Changsun Ahn" userId="518abb9056612078" providerId="LiveId" clId="{35FD0D37-7309-4F33-8079-6672F617D33C}" dt="2025-10-14T01:50:28.014" v="10"/>
          <ac:grpSpMkLst>
            <pc:docMk/>
            <pc:sldMk cId="2711729751" sldId="887"/>
            <ac:grpSpMk id="53" creationId="{00000000-0000-0000-0000-000000000000}"/>
          </ac:grpSpMkLst>
        </pc:grpChg>
        <pc:graphicFrameChg chg="mod">
          <ac:chgData name="Changsun Ahn" userId="518abb9056612078" providerId="LiveId" clId="{35FD0D37-7309-4F33-8079-6672F617D33C}" dt="2025-10-14T01:50:28.014" v="10"/>
          <ac:graphicFrameMkLst>
            <pc:docMk/>
            <pc:sldMk cId="2711729751" sldId="887"/>
            <ac:graphicFrameMk id="46" creationId="{00000000-0000-0000-0000-000000000000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/>
                <a:ea typeface="MS PGothic" pitchFamily="1" charset="-128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/>
                <a:ea typeface="MS PGothic" pitchFamily="1" charset="-128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153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/>
                <a:ea typeface="MS PGothic" pitchFamily="1" charset="-128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/>
                <a:ea typeface="MS PGothic" pitchFamily="1" charset="-128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fld id="{E519B566-4DAF-4B26-ADC8-A43E608533F5}" type="slidenum">
              <a:rPr lang="en-US">
                <a:latin typeface="Arial"/>
                <a:ea typeface="MS PGothic"/>
              </a:rPr>
              <a:pPr>
                <a:defRPr>
                  <a:latin typeface="Arial"/>
                  <a:ea typeface="MS PGothic"/>
                </a:defRPr>
              </a:pPr>
              <a:t>‹#›</a:t>
            </a:fld>
            <a:endParaRPr lang="en-US" dirty="0"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11101006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/>
                <a:ea typeface="MS PGothic" pitchFamily="1" charset="-128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/>
                <a:ea typeface="MS PGothic" pitchFamily="1" charset="-128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>
                <a:latin typeface="Arial"/>
                <a:ea typeface="MS PGothic"/>
              </a:rPr>
              <a:t>Click to edit Master text styles</a:t>
            </a:r>
          </a:p>
          <a:p>
            <a:pPr lvl="1"/>
            <a:r>
              <a:rPr lang="en-US" noProof="0">
                <a:latin typeface="Arial"/>
                <a:ea typeface="MS PGothic"/>
              </a:rPr>
              <a:t>Second level</a:t>
            </a:r>
          </a:p>
          <a:p>
            <a:pPr lvl="2"/>
            <a:r>
              <a:rPr lang="en-US" noProof="0">
                <a:latin typeface="Arial"/>
                <a:ea typeface="MS PGothic"/>
              </a:rPr>
              <a:t>Third level</a:t>
            </a:r>
          </a:p>
          <a:p>
            <a:pPr lvl="3"/>
            <a:r>
              <a:rPr lang="en-US" noProof="0">
                <a:latin typeface="Arial"/>
                <a:ea typeface="MS PGothic"/>
              </a:rPr>
              <a:t>Fourth level</a:t>
            </a:r>
          </a:p>
          <a:p>
            <a:pPr lvl="4"/>
            <a:r>
              <a:rPr lang="en-US" noProof="0">
                <a:latin typeface="Arial"/>
                <a:ea typeface="MS PGothic"/>
              </a:rPr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/>
                <a:ea typeface="MS PGothic" pitchFamily="1" charset="-128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/>
                <a:ea typeface="MS PGothic" pitchFamily="1" charset="-128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fld id="{5096BAED-5FB2-4DAD-92B2-076325177B4F}" type="slidenum">
              <a:rPr lang="en-US">
                <a:latin typeface="Arial"/>
                <a:ea typeface="MS PGothic"/>
              </a:rPr>
              <a:pPr>
                <a:defRPr>
                  <a:latin typeface="Arial"/>
                  <a:ea typeface="MS PGothic"/>
                </a:defRPr>
              </a:pPr>
              <a:t>‹#›</a:t>
            </a:fld>
            <a:endParaRPr lang="en-US" dirty="0"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381598454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1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1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"/>
        <a:ea typeface="MS PGothic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"/>
        <a:ea typeface="MS PGothic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"/>
        <a:ea typeface="MS PGothic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"/>
        <a:ea typeface="MS PGothic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 b="1">
                <a:solidFill>
                  <a:schemeClr val="tx1"/>
                </a:solidFill>
                <a:latin typeface="Arial" charset="0"/>
                <a:ea typeface="MS PGothic" pitchFamily="18" charset="-120"/>
              </a:defRPr>
            </a:lvl1pPr>
            <a:lvl2pPr marL="742950" indent="-285750" eaLnBrk="0" hangingPunct="0">
              <a:defRPr sz="2400" b="1">
                <a:solidFill>
                  <a:schemeClr val="tx1"/>
                </a:solidFill>
                <a:latin typeface="Arial" charset="0"/>
                <a:ea typeface="MS PGothic" pitchFamily="18" charset="-120"/>
              </a:defRPr>
            </a:lvl2pPr>
            <a:lvl3pPr marL="1143000" indent="-228600" eaLnBrk="0" hangingPunct="0">
              <a:defRPr sz="2400" b="1">
                <a:solidFill>
                  <a:schemeClr val="tx1"/>
                </a:solidFill>
                <a:latin typeface="Arial" charset="0"/>
                <a:ea typeface="MS PGothic" pitchFamily="18" charset="-120"/>
              </a:defRPr>
            </a:lvl3pPr>
            <a:lvl4pPr marL="1600200" indent="-228600" eaLnBrk="0" hangingPunct="0">
              <a:defRPr sz="2400" b="1">
                <a:solidFill>
                  <a:schemeClr val="tx1"/>
                </a:solidFill>
                <a:latin typeface="Arial" charset="0"/>
                <a:ea typeface="MS PGothic" pitchFamily="18" charset="-120"/>
              </a:defRPr>
            </a:lvl4pPr>
            <a:lvl5pPr marL="2057400" indent="-228600" eaLnBrk="0" hangingPunct="0">
              <a:defRPr sz="2400" b="1">
                <a:solidFill>
                  <a:schemeClr val="tx1"/>
                </a:solidFill>
                <a:latin typeface="Arial" charset="0"/>
                <a:ea typeface="MS PGothic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  <a:ea typeface="MS PGothic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  <a:ea typeface="MS PGothic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  <a:ea typeface="MS PGothic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  <a:ea typeface="MS PGothic" pitchFamily="18" charset="-120"/>
              </a:defRPr>
            </a:lvl9pPr>
          </a:lstStyle>
          <a:p>
            <a:pPr>
              <a:defRPr>
                <a:latin typeface="Arial"/>
                <a:ea typeface="MS PGothic"/>
              </a:defRPr>
            </a:pPr>
            <a:fld id="{8A1CC2BC-5918-49F0-B63E-CBAD895B9FF1}" type="slidenum">
              <a:rPr lang="en-US" altLang="zh-TW" sz="1200" b="0" smtClean="0">
                <a:latin typeface="Arial"/>
                <a:ea typeface="MS PGothic"/>
              </a:rPr>
              <a:pPr>
                <a:defRPr>
                  <a:latin typeface="Arial"/>
                  <a:ea typeface="MS PGothic"/>
                </a:defRPr>
              </a:pPr>
              <a:t>1</a:t>
            </a:fld>
            <a:endParaRPr lang="en-US" altLang="zh-TW" sz="1200" b="0">
              <a:latin typeface="Arial"/>
              <a:ea typeface="MS PGothic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ln/>
        </p:spPr>
      </p:sp>
      <p:sp>
        <p:nvSpPr>
          <p:cNvPr id="70660" name="Notes Placeholder 4"/>
          <p:cNvSpPr>
            <a:spLocks noGrp="1"/>
          </p:cNvSpPr>
          <p:nvPr/>
        </p:nvSpPr>
        <p:spPr bwMode="auto">
          <a:xfrm>
            <a:off x="914508" y="4343144"/>
            <a:ext cx="5028986" cy="4115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0" hangingPunct="0">
              <a:spcBef>
                <a:spcPct val="30000"/>
              </a:spcBef>
            </a:pPr>
            <a:endParaRPr kumimoji="1" lang="en-US" sz="1200" b="0">
              <a:latin typeface="Arial" pitchFamily="18" charset="0"/>
              <a:ea typeface="MS PGothic"/>
            </a:endParaRPr>
          </a:p>
        </p:txBody>
      </p:sp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[10초]</a:t>
            </a:r>
          </a:p>
          <a:p>
            <a:r>
              <a:t>안녕하세요, 학생자율연구II 연구계획을 발표할 박찬혁입니다. 제 연구는 GPS를 쓸 수 없는 환경에서 카메라와 IMU를 융합해 위치, 속도, 자세를 추정하고, 영상 품질이 나빠질 때에도 안정적으로 추정하는 방법을 다룹니다.</a:t>
            </a:r>
          </a:p>
        </p:txBody>
      </p:sp>
    </p:spTree>
    <p:extLst>
      <p:ext uri="{BB962C8B-B14F-4D97-AF65-F5344CB8AC3E}">
        <p14:creationId xmlns:p14="http://schemas.microsoft.com/office/powerpoint/2010/main" val="34215186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[10초]</a:t>
            </a:r>
          </a:p>
          <a:p>
            <a:r>
              <a:t>발표는 연구 배경과 필요성, 목적, 이론적 배경, 핵심 방법, 시스템 구조와 연구 방법, 검증 계획, 수행 일정 순서로 진행하겠습니다.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>
                <a:latin typeface="Arial"/>
                <a:ea typeface="MS PGothic"/>
              </a:defRPr>
            </a:pPr>
            <a:fld id="{5096BAED-5FB2-4DAD-92B2-076325177B4F}" type="slidenum">
              <a:rPr lang="en-US" smtClean="0">
                <a:latin typeface="Arial"/>
                <a:ea typeface="MS PGothic"/>
              </a:rPr>
              <a:pPr>
                <a:defRPr>
                  <a:latin typeface="Arial"/>
                  <a:ea typeface="MS PGothic"/>
                </a:defRPr>
              </a:pPr>
              <a:t>2</a:t>
            </a:fld>
            <a:endParaRPr lang="en-US" dirty="0"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794722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[35초]</a:t>
            </a:r>
          </a:p>
          <a:p>
            <a:r>
              <a:t>실내, 지하 공간, 구조물 내부처럼 위성 신호가 막히는 곳에서는 GPS를 쓸 수 없어서, 다른 센서로 위치와 속도, 자세를 추정해야 합니다.</a:t>
            </a:r>
          </a:p>
          <a:p>
            <a:r>
              <a:t>(왼쪽) 가장 기본은 IMU만 쓰는 관성항법인데, 가속도와 각속도를 적분하기 때문에 잡음과 바이어스가 쌓여 시간이 갈수록 오차가 커집니다. (오른쪽) 그래서 카메라 영상의 움직임으로 이 오차를 보정하는 비전 보조 항법을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>
                <a:latin typeface="Arial"/>
                <a:ea typeface="MS PGothic"/>
              </a:defRPr>
            </a:pPr>
            <a:fld id="{5096BAED-5FB2-4DAD-92B2-076325177B4F}" type="slidenum">
              <a:rPr lang="en-US" smtClean="0">
                <a:latin typeface="Arial"/>
                <a:ea typeface="MS PGothic"/>
              </a:rPr>
              <a:pPr>
                <a:defRPr>
                  <a:latin typeface="Arial"/>
                  <a:ea typeface="MS PGothic"/>
                </a:defRPr>
              </a:pPr>
              <a:t>2</a:t>
            </a:fld>
            <a:endParaRPr lang="en-US" dirty="0"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794722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[40초]</a:t>
            </a:r>
          </a:p>
          <a:p>
            <a:r>
              <a:t>(위 두 칸) IMU는 높은 주기로 측정해 움직임을 끊김 없이 예측하지만 오차가 쌓이고, 카메라는 주변 환경을 보며 그 오차를 잡아 주지만 조명 변화, 흐림, 특징점 부족에 약하고 영상만으로는 실제 거리 스케일을 알기 어렵습니다. 그래서 둘을 융합합니다.</a:t>
            </a:r>
          </a:p>
          <a:p>
            <a:r>
              <a:t>(빨간 상자) 그런데 영상 품질이 나쁜 구간에서도 영상 관측을 항상 같은 비중으로 반영하면 오히려 추정이 흔들릴 수 있습니다. 그래서 영상 측정 품질을 평가해 반영 비중을 조절하는 융합이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>
                <a:latin typeface="Arial"/>
                <a:ea typeface="MS PGothic"/>
              </a:defRPr>
            </a:pPr>
            <a:fld id="{5096BAED-5FB2-4DAD-92B2-076325177B4F}" type="slidenum">
              <a:rPr lang="en-US" smtClean="0">
                <a:latin typeface="Arial"/>
                <a:ea typeface="MS PGothic"/>
              </a:rPr>
              <a:pPr>
                <a:defRPr>
                  <a:latin typeface="Arial"/>
                  <a:ea typeface="MS PGothic"/>
                </a:defRPr>
              </a:pPr>
              <a:t>2</a:t>
            </a:fld>
            <a:endParaRPr lang="en-US" dirty="0"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794722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[30초]</a:t>
            </a:r>
          </a:p>
          <a:p>
            <a:r>
              <a:t>연구 목적은 세 단계로 정리됩니다. IMU로 운동 상태를 예측하고, 옵티컬 플로우로 얻은 영상 움직임으로 누적 오차를 보정하며, 특징점 수와 추적 성공률, 잔차로 영상 신뢰도를 판단해 보정 비중을 조절합니다.</a:t>
            </a:r>
          </a:p>
          <a:p>
            <a:r>
              <a:t>즉, 필터 기반 상태추정을 구현하고 영상 품질에 따라 성능이 어떻게 달라지는지 분석해서, GPS 없이도 위치·속도·자세를 정확하고 안정적으로 추정할 수 있는지 평가하는 것이 목표입니다.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>
                <a:latin typeface="Arial"/>
                <a:ea typeface="MS PGothic"/>
              </a:defRPr>
            </a:pPr>
            <a:fld id="{5096BAED-5FB2-4DAD-92B2-076325177B4F}" type="slidenum">
              <a:rPr lang="en-US" smtClean="0">
                <a:latin typeface="Arial"/>
                <a:ea typeface="MS PGothic"/>
              </a:rPr>
              <a:pPr>
                <a:defRPr>
                  <a:latin typeface="Arial"/>
                  <a:ea typeface="MS PGothic"/>
                </a:defRPr>
              </a:pPr>
              <a:t>2</a:t>
            </a:fld>
            <a:endParaRPr lang="en-US" dirty="0"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794722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[35초]</a:t>
            </a:r>
          </a:p>
          <a:p>
            <a:r>
              <a:t>상태추정 필터는 두 단계를 반복합니다. (위 그림) IMU 입력으로 다음 상태를 예측하고, 카메라 관측으로 그 예측을 고칩니다.</a:t>
            </a:r>
          </a:p>
          <a:p>
            <a:r>
              <a:t>상태는 위치, 속도, 자세와 IMU 바이어스입니다. (오른쪽 빨간 상자) 중요한 점은 칼만 이득입니다. 관측 잡음 R을 크게 잡으면 이득이 작아져 그 관측을 덜 반영하게 됩니다. 이것이 뒤에서 설명할 영상 품질 반영의 원리입니다.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>
                <a:latin typeface="Arial"/>
                <a:ea typeface="MS PGothic"/>
              </a:defRPr>
            </a:pPr>
            <a:fld id="{5096BAED-5FB2-4DAD-92B2-076325177B4F}" type="slidenum">
              <a:rPr lang="en-US" smtClean="0">
                <a:latin typeface="Arial"/>
                <a:ea typeface="MS PGothic"/>
              </a:rPr>
              <a:pPr>
                <a:defRPr>
                  <a:latin typeface="Arial"/>
                  <a:ea typeface="MS PGothic"/>
                </a:defRPr>
              </a:pPr>
              <a:t>2</a:t>
            </a:fld>
            <a:endParaRPr lang="en-US" dirty="0"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794722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[40초]</a:t>
            </a:r>
          </a:p>
          <a:p>
            <a:r>
              <a:t>(위 식) 아래를 보는 카메라에서 영상 속 이동은 대략 실제 이동 속도를 높이로 나눈 성분과 회전 성분의 합입니다. </a:t>
            </a:r>
          </a:p>
          <a:p>
            <a:r>
              <a:t>(아래 흐름) 그래서 연속 영상에서 KLT로 특징점을 추적한 뒤, 자이로로 회전 성분을 빼고, 카메라 높이와 평면 가정으로 실제 크기로 바꿔서 속도 관측으로 필터에 넣습니다.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>
                <a:latin typeface="Arial"/>
                <a:ea typeface="MS PGothic"/>
              </a:defRPr>
            </a:pPr>
            <a:fld id="{5096BAED-5FB2-4DAD-92B2-076325177B4F}" type="slidenum">
              <a:rPr lang="en-US" smtClean="0">
                <a:latin typeface="Arial"/>
                <a:ea typeface="MS PGothic"/>
              </a:rPr>
              <a:pPr>
                <a:defRPr>
                  <a:latin typeface="Arial"/>
                  <a:ea typeface="MS PGothic"/>
                </a:defRPr>
              </a:pPr>
              <a:t>2</a:t>
            </a:fld>
            <a:endParaRPr lang="en-US" dirty="0"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794722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[40초]</a:t>
            </a:r>
          </a:p>
          <a:p>
            <a:r>
              <a:t>이 연구의 핵심입니다. (왼쪽) 영상 품질은 유효 특징점 수, 추적 성공률, 운동 모델 잔차 세 가지로 판단합니다.</a:t>
            </a:r>
          </a:p>
          <a:p>
            <a:r>
              <a:t>(오른쪽) 신뢰도가 높으면 평소처럼 보정하고, 낮으면 관측 잡음을 크게 잡아 보정 비중을 줄이며, 유효한 관측이 아예 없으면 보정을 건너뛰고 IMU 예측을 유지합니다. 이 기준은 조정용 구간에서 정하고, 결과는 별도의 평가 구간에서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>
                <a:latin typeface="Arial"/>
                <a:ea typeface="MS PGothic"/>
              </a:defRPr>
            </a:pPr>
            <a:fld id="{5096BAED-5FB2-4DAD-92B2-076325177B4F}" type="slidenum">
              <a:rPr lang="en-US" smtClean="0">
                <a:latin typeface="Arial"/>
                <a:ea typeface="MS PGothic"/>
              </a:rPr>
              <a:pPr>
                <a:defRPr>
                  <a:latin typeface="Arial"/>
                  <a:ea typeface="MS PGothic"/>
                </a:defRPr>
              </a:pPr>
              <a:t>2</a:t>
            </a:fld>
            <a:endParaRPr lang="en-US" dirty="0"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794722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[30초]</a:t>
            </a:r>
          </a:p>
          <a:p>
            <a:r>
              <a:t>전체 구조입니다. IMU는 예측에, 카메라 영상은 KLT와 품질 평가를 거쳐 보정에 쓰이고, 품질에 따라 보정 비중이 조절됩니다. 필터는 위치, 속도, 자세를 출력합니다.</a:t>
            </a:r>
          </a:p>
          <a:p>
            <a:r>
              <a:t>GPS는 입력에서 완전히 빼고, 기준 궤적은 성능 평가에만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[35초]</a:t>
            </a:r>
          </a:p>
          <a:p>
            <a:r>
              <a:t>연구는 다섯 단계로 진행합니다. 먼저 데이터를 구성하고 시간 동기화와 좌표계를 맞춥니다. 다음으로 IMU 예측과 옵티컬 플로우 보정을 결합한 기준 추정기를 만듭니다. 세 번째, 빨간색으로 표시한 핵심 단계에서 영상 품질 지표와 보정 규칙을 만듭니다. 네 번째로 조건별 비교 실험을 하고, 마지막으로 코드와 그래프, 평가표, 보고서로 정리합니다.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[35초]</a:t>
            </a:r>
          </a:p>
          <a:p>
            <a:r>
              <a:t>(위 세 칸) 세 방법을 같은 초기 조건과 같은 데이터 구간에서 비교합니다. IMU 단독, 보정 비중을 고정한 융합, 그리고 영상 신뢰도를 반영한 본 연구의 융합입니다.</a:t>
            </a:r>
          </a:p>
          <a:p>
            <a:r>
              <a:t>실험 조건은 직선 주행, 선회, 정지와 출발, 영상 품질이 떨어지는 구간으로 나누고, 영상을 흐리게 하거나 프레임을 빼는 실험도 따로 기록합니다. 평가는 위치 오차와 영상 중단 시 오차 증가량이 중심입니다.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[30초]</a:t>
            </a:r>
          </a:p>
          <a:p>
            <a:r>
              <a:t>일정은 15주입니다. 3주까지 선행연구와 데이터를 확보하고, 5주까지 전처리, 8주까지 기준 추정기를 만들어 중간 점검을 합니다. 핵심인 영상 품질 반영은 9주부터 11주, 비교 실험은 12, 13주, 마지막 두 주는 결과 정리와 보고서입니다.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[10초]</a:t>
            </a:r>
          </a:p>
          <a:p>
            <a:r>
              <a:t>정리하면, GPS를 쓸 수 없는 환경에서 카메라와 IMU를 융합하고, 영상 품질에 따라 보정 비중을 조절해 위치·속도·자세를 안정적으로 추정하는 것이 이 연구입니다.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en-US">
                <a:latin typeface="Arial"/>
                <a:ea typeface="MS PGothic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latin typeface="Arial"/>
                <a:ea typeface="MS PGothic"/>
              </a:defRPr>
            </a:lvl1pPr>
            <a:lvl2pPr marL="457200" indent="0" algn="ctr">
              <a:buNone/>
              <a:defRPr>
                <a:latin typeface="Arial"/>
                <a:ea typeface="MS PGothic"/>
              </a:defRPr>
            </a:lvl2pPr>
            <a:lvl3pPr marL="914400" indent="0" algn="ctr">
              <a:buNone/>
              <a:defRPr>
                <a:latin typeface="Arial"/>
                <a:ea typeface="MS PGothic"/>
              </a:defRPr>
            </a:lvl3pPr>
            <a:lvl4pPr marL="1371600" indent="0" algn="ctr">
              <a:buNone/>
              <a:defRPr>
                <a:latin typeface="Arial"/>
                <a:ea typeface="MS PGothic"/>
              </a:defRPr>
            </a:lvl4pPr>
            <a:lvl5pPr marL="1828800" indent="0" algn="ctr">
              <a:buNone/>
              <a:defRPr>
                <a:latin typeface="Arial"/>
                <a:ea typeface="MS PGothic"/>
              </a:defRPr>
            </a:lvl5pPr>
            <a:lvl6pPr marL="2286000" indent="0" algn="ctr">
              <a:buNone/>
              <a:defRPr>
                <a:latin typeface="Arial"/>
                <a:ea typeface="MS PGothic"/>
              </a:defRPr>
            </a:lvl6pPr>
            <a:lvl7pPr marL="2743200" indent="0" algn="ctr">
              <a:buNone/>
              <a:defRPr>
                <a:latin typeface="Arial"/>
                <a:ea typeface="MS PGothic"/>
              </a:defRPr>
            </a:lvl7pPr>
            <a:lvl8pPr marL="3200400" indent="0" algn="ctr">
              <a:buNone/>
              <a:defRPr>
                <a:latin typeface="Arial"/>
                <a:ea typeface="MS PGothic"/>
              </a:defRPr>
            </a:lvl8pPr>
            <a:lvl9pPr marL="3657600" indent="0" algn="ctr">
              <a:buNone/>
              <a:defRPr>
                <a:latin typeface="Arial"/>
                <a:ea typeface="MS PGothic"/>
              </a:defRPr>
            </a:lvl9pPr>
          </a:lstStyle>
          <a:p>
            <a:r>
              <a:rPr lang="en-US">
                <a:latin typeface="Arial"/>
                <a:ea typeface="MS PGothic"/>
              </a:rP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82718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800"/>
            <a:ext cx="8229600" cy="822960"/>
          </a:xfrm>
        </p:spPr>
        <p:txBody>
          <a:bodyPr/>
          <a:lstStyle/>
          <a:p>
            <a:r>
              <a:rPr lang="en-US">
                <a:latin typeface="Arial"/>
                <a:ea typeface="MS PGothic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39800"/>
            <a:ext cx="8229600" cy="5334000"/>
          </a:xfrm>
        </p:spPr>
        <p:txBody>
          <a:bodyPr/>
          <a:lstStyle>
            <a:lvl2pPr marL="742950" indent="-285750">
              <a:buFont typeface="Arial" panose="020B0604020202020204" pitchFamily="34" charset="0"/>
              <a:buChar char="-"/>
              <a:defRPr>
                <a:latin typeface="Arial"/>
                <a:ea typeface="MS PGothic"/>
              </a:defRPr>
            </a:lvl2pPr>
          </a:lstStyle>
          <a:p>
            <a:pPr lvl="0"/>
            <a:r>
              <a:rPr lang="en-US" dirty="0">
                <a:latin typeface="Arial"/>
                <a:ea typeface="MS PGothic"/>
              </a:rPr>
              <a:t>Click to edit Master text styles</a:t>
            </a:r>
          </a:p>
          <a:p>
            <a:pPr lvl="1"/>
            <a:r>
              <a:rPr lang="en-US" dirty="0">
                <a:latin typeface="Arial"/>
                <a:ea typeface="MS PGothic"/>
              </a:rPr>
              <a:t>Second level</a:t>
            </a:r>
          </a:p>
          <a:p>
            <a:pPr lvl="2"/>
            <a:r>
              <a:rPr lang="en-US" dirty="0">
                <a:latin typeface="Arial"/>
                <a:ea typeface="MS PGothic"/>
              </a:rPr>
              <a:t>Third level</a:t>
            </a:r>
          </a:p>
          <a:p>
            <a:pPr lvl="3"/>
            <a:r>
              <a:rPr lang="en-US" dirty="0">
                <a:latin typeface="Arial"/>
                <a:ea typeface="MS PGothic"/>
              </a:rPr>
              <a:t>Fourth level</a:t>
            </a:r>
          </a:p>
          <a:p>
            <a:pPr lvl="4"/>
            <a:r>
              <a:rPr lang="en-US" dirty="0">
                <a:latin typeface="Arial"/>
                <a:ea typeface="MS PGothic"/>
              </a:rPr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76200" y="6352908"/>
            <a:ext cx="1905000" cy="352693"/>
          </a:xfrm>
          <a:prstGeom prst="rect">
            <a:avLst/>
          </a:prstGeom>
          <a:ln/>
        </p:spPr>
        <p:txBody>
          <a:bodyPr/>
          <a:lstStyle>
            <a:lvl1pPr>
              <a:defRPr>
                <a:latin typeface="Arial"/>
                <a:ea typeface="MS PGothic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cxnSp>
        <p:nvCxnSpPr>
          <p:cNvPr id="5" name="Straight Connector 4"/>
          <p:cNvCxnSpPr/>
          <p:nvPr userDrawn="1"/>
        </p:nvCxnSpPr>
        <p:spPr bwMode="auto">
          <a:xfrm>
            <a:off x="320040" y="876300"/>
            <a:ext cx="8503920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3B4C97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" name="TextBox 5"/>
          <p:cNvSpPr txBox="1"/>
          <p:nvPr userDrawn="1"/>
        </p:nvSpPr>
        <p:spPr>
          <a:xfrm>
            <a:off x="4370663" y="6496945"/>
            <a:ext cx="3417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DBBA9341-921B-4DA2-8C1C-6C232162D98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MS PGothic"/>
              </a:rPr>
              <a:t>‹#›</a:t>
            </a:fld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3399604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Arial"/>
                <a:ea typeface="MS PGothic"/>
              </a:defRPr>
            </a:lvl1pPr>
          </a:lstStyle>
          <a:p>
            <a:r>
              <a:rPr lang="en-US">
                <a:latin typeface="Arial"/>
                <a:ea typeface="MS PGothic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latin typeface="Arial"/>
                <a:ea typeface="MS PGothic"/>
              </a:defRPr>
            </a:lvl1pPr>
            <a:lvl2pPr marL="457200" indent="0">
              <a:buNone/>
              <a:defRPr sz="1800">
                <a:latin typeface="Arial"/>
                <a:ea typeface="MS PGothic"/>
              </a:defRPr>
            </a:lvl2pPr>
            <a:lvl3pPr marL="914400" indent="0">
              <a:buNone/>
              <a:defRPr sz="1600">
                <a:latin typeface="Arial"/>
                <a:ea typeface="MS PGothic"/>
              </a:defRPr>
            </a:lvl3pPr>
            <a:lvl4pPr marL="1371600" indent="0">
              <a:buNone/>
              <a:defRPr sz="1400">
                <a:latin typeface="Arial"/>
                <a:ea typeface="MS PGothic"/>
              </a:defRPr>
            </a:lvl4pPr>
            <a:lvl5pPr marL="1828800" indent="0">
              <a:buNone/>
              <a:defRPr sz="1400">
                <a:latin typeface="Arial"/>
                <a:ea typeface="MS PGothic"/>
              </a:defRPr>
            </a:lvl5pPr>
            <a:lvl6pPr marL="2286000" indent="0">
              <a:buNone/>
              <a:defRPr sz="1400">
                <a:latin typeface="Arial"/>
                <a:ea typeface="MS PGothic"/>
              </a:defRPr>
            </a:lvl6pPr>
            <a:lvl7pPr marL="2743200" indent="0">
              <a:buNone/>
              <a:defRPr sz="1400">
                <a:latin typeface="Arial"/>
                <a:ea typeface="MS PGothic"/>
              </a:defRPr>
            </a:lvl7pPr>
            <a:lvl8pPr marL="3200400" indent="0">
              <a:buNone/>
              <a:defRPr sz="1400">
                <a:latin typeface="Arial"/>
                <a:ea typeface="MS PGothic"/>
              </a:defRPr>
            </a:lvl8pPr>
            <a:lvl9pPr marL="3657600" indent="0">
              <a:buNone/>
              <a:defRPr sz="1400">
                <a:latin typeface="Arial"/>
                <a:ea typeface="MS PGothic"/>
              </a:defRPr>
            </a:lvl9pPr>
          </a:lstStyle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76200" y="6352908"/>
            <a:ext cx="1905000" cy="352693"/>
          </a:xfrm>
          <a:prstGeom prst="rect">
            <a:avLst/>
          </a:prstGeom>
          <a:ln/>
        </p:spPr>
        <p:txBody>
          <a:bodyPr/>
          <a:lstStyle>
            <a:lvl1pPr>
              <a:defRPr>
                <a:latin typeface="Arial"/>
                <a:ea typeface="MS PGothic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5" name="TextBox 4"/>
          <p:cNvSpPr txBox="1"/>
          <p:nvPr userDrawn="1"/>
        </p:nvSpPr>
        <p:spPr>
          <a:xfrm>
            <a:off x="4370663" y="6496945"/>
            <a:ext cx="3417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DBBA9341-921B-4DA2-8C1C-6C232162D98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MS PGothic"/>
              </a:rPr>
              <a:t>‹#›</a:t>
            </a:fld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320148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76400"/>
            <a:ext cx="3810000" cy="4267200"/>
          </a:xfrm>
        </p:spPr>
        <p:txBody>
          <a:bodyPr/>
          <a:lstStyle>
            <a:lvl1pPr>
              <a:defRPr sz="2800">
                <a:latin typeface="Arial"/>
                <a:ea typeface="MS PGothic"/>
              </a:defRPr>
            </a:lvl1pPr>
            <a:lvl2pPr>
              <a:defRPr sz="2400">
                <a:latin typeface="Arial"/>
                <a:ea typeface="MS PGothic"/>
              </a:defRPr>
            </a:lvl2pPr>
            <a:lvl3pPr>
              <a:defRPr sz="2000">
                <a:latin typeface="Arial"/>
                <a:ea typeface="MS PGothic"/>
              </a:defRPr>
            </a:lvl3pPr>
            <a:lvl4pPr>
              <a:defRPr sz="1800">
                <a:latin typeface="Arial"/>
                <a:ea typeface="MS PGothic"/>
              </a:defRPr>
            </a:lvl4pPr>
            <a:lvl5pPr>
              <a:defRPr sz="1800">
                <a:latin typeface="Arial"/>
                <a:ea typeface="MS PGothic"/>
              </a:defRPr>
            </a:lvl5pPr>
            <a:lvl6pPr>
              <a:defRPr sz="1800">
                <a:latin typeface="Arial"/>
                <a:ea typeface="MS PGothic"/>
              </a:defRPr>
            </a:lvl6pPr>
            <a:lvl7pPr>
              <a:defRPr sz="1800">
                <a:latin typeface="Arial"/>
                <a:ea typeface="MS PGothic"/>
              </a:defRPr>
            </a:lvl7pPr>
            <a:lvl8pPr>
              <a:defRPr sz="1800">
                <a:latin typeface="Arial"/>
                <a:ea typeface="MS PGothic"/>
              </a:defRPr>
            </a:lvl8pPr>
            <a:lvl9pPr>
              <a:defRPr sz="1800">
                <a:latin typeface="Arial"/>
                <a:ea typeface="MS PGothic"/>
              </a:defRPr>
            </a:lvl9pPr>
          </a:lstStyle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  <a:p>
            <a:pPr lvl="1"/>
            <a:r>
              <a:rPr lang="en-US">
                <a:latin typeface="Arial"/>
                <a:ea typeface="MS PGothic"/>
              </a:rPr>
              <a:t>Second level</a:t>
            </a:r>
          </a:p>
          <a:p>
            <a:pPr lvl="2"/>
            <a:r>
              <a:rPr lang="en-US">
                <a:latin typeface="Arial"/>
                <a:ea typeface="MS PGothic"/>
              </a:rPr>
              <a:t>Third level</a:t>
            </a:r>
          </a:p>
          <a:p>
            <a:pPr lvl="3"/>
            <a:r>
              <a:rPr lang="en-US">
                <a:latin typeface="Arial"/>
                <a:ea typeface="MS PGothic"/>
              </a:rPr>
              <a:t>Fourth level</a:t>
            </a:r>
          </a:p>
          <a:p>
            <a:pPr lvl="4"/>
            <a:r>
              <a:rPr lang="en-US">
                <a:latin typeface="Arial"/>
                <a:ea typeface="MS PGothic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76400"/>
            <a:ext cx="3810000" cy="4267200"/>
          </a:xfrm>
        </p:spPr>
        <p:txBody>
          <a:bodyPr/>
          <a:lstStyle>
            <a:lvl1pPr>
              <a:defRPr sz="2800">
                <a:latin typeface="Arial"/>
                <a:ea typeface="MS PGothic"/>
              </a:defRPr>
            </a:lvl1pPr>
            <a:lvl2pPr>
              <a:defRPr sz="2400">
                <a:latin typeface="Arial"/>
                <a:ea typeface="MS PGothic"/>
              </a:defRPr>
            </a:lvl2pPr>
            <a:lvl3pPr>
              <a:defRPr sz="2000">
                <a:latin typeface="Arial"/>
                <a:ea typeface="MS PGothic"/>
              </a:defRPr>
            </a:lvl3pPr>
            <a:lvl4pPr>
              <a:defRPr sz="1800">
                <a:latin typeface="Arial"/>
                <a:ea typeface="MS PGothic"/>
              </a:defRPr>
            </a:lvl4pPr>
            <a:lvl5pPr>
              <a:defRPr sz="1800">
                <a:latin typeface="Arial"/>
                <a:ea typeface="MS PGothic"/>
              </a:defRPr>
            </a:lvl5pPr>
            <a:lvl6pPr>
              <a:defRPr sz="1800">
                <a:latin typeface="Arial"/>
                <a:ea typeface="MS PGothic"/>
              </a:defRPr>
            </a:lvl6pPr>
            <a:lvl7pPr>
              <a:defRPr sz="1800">
                <a:latin typeface="Arial"/>
                <a:ea typeface="MS PGothic"/>
              </a:defRPr>
            </a:lvl7pPr>
            <a:lvl8pPr>
              <a:defRPr sz="1800">
                <a:latin typeface="Arial"/>
                <a:ea typeface="MS PGothic"/>
              </a:defRPr>
            </a:lvl8pPr>
            <a:lvl9pPr>
              <a:defRPr sz="1800">
                <a:latin typeface="Arial"/>
                <a:ea typeface="MS PGothic"/>
              </a:defRPr>
            </a:lvl9pPr>
          </a:lstStyle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  <a:p>
            <a:pPr lvl="1"/>
            <a:r>
              <a:rPr lang="en-US">
                <a:latin typeface="Arial"/>
                <a:ea typeface="MS PGothic"/>
              </a:rPr>
              <a:t>Second level</a:t>
            </a:r>
          </a:p>
          <a:p>
            <a:pPr lvl="2"/>
            <a:r>
              <a:rPr lang="en-US">
                <a:latin typeface="Arial"/>
                <a:ea typeface="MS PGothic"/>
              </a:rPr>
              <a:t>Third level</a:t>
            </a:r>
          </a:p>
          <a:p>
            <a:pPr lvl="3"/>
            <a:r>
              <a:rPr lang="en-US">
                <a:latin typeface="Arial"/>
                <a:ea typeface="MS PGothic"/>
              </a:rPr>
              <a:t>Fourth level</a:t>
            </a:r>
          </a:p>
          <a:p>
            <a:pPr lvl="4"/>
            <a:r>
              <a:rPr lang="en-US">
                <a:latin typeface="Arial"/>
                <a:ea typeface="MS PGothic"/>
              </a:rPr>
              <a:t>Fifth level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76200" y="6352908"/>
            <a:ext cx="1905000" cy="352693"/>
          </a:xfrm>
          <a:prstGeom prst="rect">
            <a:avLst/>
          </a:prstGeom>
          <a:ln/>
        </p:spPr>
        <p:txBody>
          <a:bodyPr/>
          <a:lstStyle>
            <a:lvl1pPr>
              <a:defRPr>
                <a:latin typeface="Arial"/>
                <a:ea typeface="MS PGothic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cxnSp>
        <p:nvCxnSpPr>
          <p:cNvPr id="7" name="Straight Connector 6"/>
          <p:cNvCxnSpPr/>
          <p:nvPr userDrawn="1"/>
        </p:nvCxnSpPr>
        <p:spPr bwMode="auto">
          <a:xfrm>
            <a:off x="320040" y="876300"/>
            <a:ext cx="8503920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3B4C97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57200" y="50800"/>
            <a:ext cx="8229600" cy="822960"/>
          </a:xfrm>
        </p:spPr>
        <p:txBody>
          <a:bodyPr/>
          <a:lstStyle/>
          <a:p>
            <a:r>
              <a:rPr lang="en-US">
                <a:latin typeface="Arial"/>
                <a:ea typeface="MS PGothic"/>
              </a:rPr>
              <a:t>Click to edit Master title style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4370663" y="6496945"/>
            <a:ext cx="3417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DBBA9341-921B-4DA2-8C1C-6C232162D98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MS PGothic"/>
              </a:rPr>
              <a:t>‹#›</a:t>
            </a:fld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2857885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>
                <a:latin typeface="Arial"/>
                <a:ea typeface="MS PGothic"/>
              </a:defRPr>
            </a:lvl1pPr>
          </a:lstStyle>
          <a:p>
            <a:r>
              <a:rPr lang="en-US">
                <a:latin typeface="Arial"/>
                <a:ea typeface="MS PGothic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Arial"/>
                <a:ea typeface="MS PGothic"/>
              </a:defRPr>
            </a:lvl1pPr>
            <a:lvl2pPr marL="457200" indent="0">
              <a:buNone/>
              <a:defRPr sz="2000" b="1">
                <a:latin typeface="Arial"/>
                <a:ea typeface="MS PGothic"/>
              </a:defRPr>
            </a:lvl2pPr>
            <a:lvl3pPr marL="914400" indent="0">
              <a:buNone/>
              <a:defRPr sz="1800" b="1">
                <a:latin typeface="Arial"/>
                <a:ea typeface="MS PGothic"/>
              </a:defRPr>
            </a:lvl3pPr>
            <a:lvl4pPr marL="1371600" indent="0">
              <a:buNone/>
              <a:defRPr sz="1600" b="1">
                <a:latin typeface="Arial"/>
                <a:ea typeface="MS PGothic"/>
              </a:defRPr>
            </a:lvl4pPr>
            <a:lvl5pPr marL="1828800" indent="0">
              <a:buNone/>
              <a:defRPr sz="1600" b="1">
                <a:latin typeface="Arial"/>
                <a:ea typeface="MS PGothic"/>
              </a:defRPr>
            </a:lvl5pPr>
            <a:lvl6pPr marL="2286000" indent="0">
              <a:buNone/>
              <a:defRPr sz="1600" b="1">
                <a:latin typeface="Arial"/>
                <a:ea typeface="MS PGothic"/>
              </a:defRPr>
            </a:lvl6pPr>
            <a:lvl7pPr marL="2743200" indent="0">
              <a:buNone/>
              <a:defRPr sz="1600" b="1">
                <a:latin typeface="Arial"/>
                <a:ea typeface="MS PGothic"/>
              </a:defRPr>
            </a:lvl7pPr>
            <a:lvl8pPr marL="3200400" indent="0">
              <a:buNone/>
              <a:defRPr sz="1600" b="1">
                <a:latin typeface="Arial"/>
                <a:ea typeface="MS PGothic"/>
              </a:defRPr>
            </a:lvl8pPr>
            <a:lvl9pPr marL="3657600" indent="0">
              <a:buNone/>
              <a:defRPr sz="1600" b="1">
                <a:latin typeface="Arial"/>
                <a:ea typeface="MS PGothic"/>
              </a:defRPr>
            </a:lvl9pPr>
          </a:lstStyle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Arial"/>
                <a:ea typeface="MS PGothic"/>
              </a:defRPr>
            </a:lvl1pPr>
            <a:lvl2pPr>
              <a:defRPr sz="2000">
                <a:latin typeface="Arial"/>
                <a:ea typeface="MS PGothic"/>
              </a:defRPr>
            </a:lvl2pPr>
            <a:lvl3pPr>
              <a:defRPr sz="1800">
                <a:latin typeface="Arial"/>
                <a:ea typeface="MS PGothic"/>
              </a:defRPr>
            </a:lvl3pPr>
            <a:lvl4pPr>
              <a:defRPr sz="1600">
                <a:latin typeface="Arial"/>
                <a:ea typeface="MS PGothic"/>
              </a:defRPr>
            </a:lvl4pPr>
            <a:lvl5pPr>
              <a:defRPr sz="1600">
                <a:latin typeface="Arial"/>
                <a:ea typeface="MS PGothic"/>
              </a:defRPr>
            </a:lvl5pPr>
            <a:lvl6pPr>
              <a:defRPr sz="1600">
                <a:latin typeface="Arial"/>
                <a:ea typeface="MS PGothic"/>
              </a:defRPr>
            </a:lvl6pPr>
            <a:lvl7pPr>
              <a:defRPr sz="1600">
                <a:latin typeface="Arial"/>
                <a:ea typeface="MS PGothic"/>
              </a:defRPr>
            </a:lvl7pPr>
            <a:lvl8pPr>
              <a:defRPr sz="1600">
                <a:latin typeface="Arial"/>
                <a:ea typeface="MS PGothic"/>
              </a:defRPr>
            </a:lvl8pPr>
            <a:lvl9pPr>
              <a:defRPr sz="1600">
                <a:latin typeface="Arial"/>
                <a:ea typeface="MS PGothic"/>
              </a:defRPr>
            </a:lvl9pPr>
          </a:lstStyle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  <a:p>
            <a:pPr lvl="1"/>
            <a:r>
              <a:rPr lang="en-US">
                <a:latin typeface="Arial"/>
                <a:ea typeface="MS PGothic"/>
              </a:rPr>
              <a:t>Second level</a:t>
            </a:r>
          </a:p>
          <a:p>
            <a:pPr lvl="2"/>
            <a:r>
              <a:rPr lang="en-US">
                <a:latin typeface="Arial"/>
                <a:ea typeface="MS PGothic"/>
              </a:rPr>
              <a:t>Third level</a:t>
            </a:r>
          </a:p>
          <a:p>
            <a:pPr lvl="3"/>
            <a:r>
              <a:rPr lang="en-US">
                <a:latin typeface="Arial"/>
                <a:ea typeface="MS PGothic"/>
              </a:rPr>
              <a:t>Fourth level</a:t>
            </a:r>
          </a:p>
          <a:p>
            <a:pPr lvl="4"/>
            <a:r>
              <a:rPr lang="en-US">
                <a:latin typeface="Arial"/>
                <a:ea typeface="MS PGothic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Arial"/>
                <a:ea typeface="MS PGothic"/>
              </a:defRPr>
            </a:lvl1pPr>
            <a:lvl2pPr marL="457200" indent="0">
              <a:buNone/>
              <a:defRPr sz="2000" b="1">
                <a:latin typeface="Arial"/>
                <a:ea typeface="MS PGothic"/>
              </a:defRPr>
            </a:lvl2pPr>
            <a:lvl3pPr marL="914400" indent="0">
              <a:buNone/>
              <a:defRPr sz="1800" b="1">
                <a:latin typeface="Arial"/>
                <a:ea typeface="MS PGothic"/>
              </a:defRPr>
            </a:lvl3pPr>
            <a:lvl4pPr marL="1371600" indent="0">
              <a:buNone/>
              <a:defRPr sz="1600" b="1">
                <a:latin typeface="Arial"/>
                <a:ea typeface="MS PGothic"/>
              </a:defRPr>
            </a:lvl4pPr>
            <a:lvl5pPr marL="1828800" indent="0">
              <a:buNone/>
              <a:defRPr sz="1600" b="1">
                <a:latin typeface="Arial"/>
                <a:ea typeface="MS PGothic"/>
              </a:defRPr>
            </a:lvl5pPr>
            <a:lvl6pPr marL="2286000" indent="0">
              <a:buNone/>
              <a:defRPr sz="1600" b="1">
                <a:latin typeface="Arial"/>
                <a:ea typeface="MS PGothic"/>
              </a:defRPr>
            </a:lvl6pPr>
            <a:lvl7pPr marL="2743200" indent="0">
              <a:buNone/>
              <a:defRPr sz="1600" b="1">
                <a:latin typeface="Arial"/>
                <a:ea typeface="MS PGothic"/>
              </a:defRPr>
            </a:lvl7pPr>
            <a:lvl8pPr marL="3200400" indent="0">
              <a:buNone/>
              <a:defRPr sz="1600" b="1">
                <a:latin typeface="Arial"/>
                <a:ea typeface="MS PGothic"/>
              </a:defRPr>
            </a:lvl8pPr>
            <a:lvl9pPr marL="3657600" indent="0">
              <a:buNone/>
              <a:defRPr sz="1600" b="1">
                <a:latin typeface="Arial"/>
                <a:ea typeface="MS PGothic"/>
              </a:defRPr>
            </a:lvl9pPr>
          </a:lstStyle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>
                <a:latin typeface="Arial"/>
                <a:ea typeface="MS PGothic"/>
              </a:defRPr>
            </a:lvl1pPr>
            <a:lvl2pPr>
              <a:defRPr sz="2000">
                <a:latin typeface="Arial"/>
                <a:ea typeface="MS PGothic"/>
              </a:defRPr>
            </a:lvl2pPr>
            <a:lvl3pPr>
              <a:defRPr sz="1800">
                <a:latin typeface="Arial"/>
                <a:ea typeface="MS PGothic"/>
              </a:defRPr>
            </a:lvl3pPr>
            <a:lvl4pPr>
              <a:defRPr sz="1600">
                <a:latin typeface="Arial"/>
                <a:ea typeface="MS PGothic"/>
              </a:defRPr>
            </a:lvl4pPr>
            <a:lvl5pPr>
              <a:defRPr sz="1600">
                <a:latin typeface="Arial"/>
                <a:ea typeface="MS PGothic"/>
              </a:defRPr>
            </a:lvl5pPr>
            <a:lvl6pPr>
              <a:defRPr sz="1600">
                <a:latin typeface="Arial"/>
                <a:ea typeface="MS PGothic"/>
              </a:defRPr>
            </a:lvl6pPr>
            <a:lvl7pPr>
              <a:defRPr sz="1600">
                <a:latin typeface="Arial"/>
                <a:ea typeface="MS PGothic"/>
              </a:defRPr>
            </a:lvl7pPr>
            <a:lvl8pPr>
              <a:defRPr sz="1600">
                <a:latin typeface="Arial"/>
                <a:ea typeface="MS PGothic"/>
              </a:defRPr>
            </a:lvl8pPr>
            <a:lvl9pPr>
              <a:defRPr sz="1600">
                <a:latin typeface="Arial"/>
                <a:ea typeface="MS PGothic"/>
              </a:defRPr>
            </a:lvl9pPr>
          </a:lstStyle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  <a:p>
            <a:pPr lvl="1"/>
            <a:r>
              <a:rPr lang="en-US">
                <a:latin typeface="Arial"/>
                <a:ea typeface="MS PGothic"/>
              </a:rPr>
              <a:t>Second level</a:t>
            </a:r>
          </a:p>
          <a:p>
            <a:pPr lvl="2"/>
            <a:r>
              <a:rPr lang="en-US">
                <a:latin typeface="Arial"/>
                <a:ea typeface="MS PGothic"/>
              </a:rPr>
              <a:t>Third level</a:t>
            </a:r>
          </a:p>
          <a:p>
            <a:pPr lvl="3"/>
            <a:r>
              <a:rPr lang="en-US">
                <a:latin typeface="Arial"/>
                <a:ea typeface="MS PGothic"/>
              </a:rPr>
              <a:t>Fourth level</a:t>
            </a:r>
          </a:p>
          <a:p>
            <a:pPr lvl="4"/>
            <a:r>
              <a:rPr lang="en-US">
                <a:latin typeface="Arial"/>
                <a:ea typeface="MS PGothic"/>
              </a:rPr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76200" y="6352908"/>
            <a:ext cx="1905000" cy="352693"/>
          </a:xfrm>
          <a:prstGeom prst="rect">
            <a:avLst/>
          </a:prstGeom>
          <a:ln/>
        </p:spPr>
        <p:txBody>
          <a:bodyPr/>
          <a:lstStyle>
            <a:lvl1pPr>
              <a:defRPr>
                <a:latin typeface="Arial"/>
                <a:ea typeface="MS PGothic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8" name="TextBox 7"/>
          <p:cNvSpPr txBox="1"/>
          <p:nvPr userDrawn="1"/>
        </p:nvSpPr>
        <p:spPr>
          <a:xfrm>
            <a:off x="4370663" y="6496945"/>
            <a:ext cx="3417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DBBA9341-921B-4DA2-8C1C-6C232162D98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MS PGothic"/>
              </a:rPr>
              <a:t>‹#›</a:t>
            </a:fld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1525879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76200" y="6352908"/>
            <a:ext cx="1905000" cy="352693"/>
          </a:xfrm>
          <a:prstGeom prst="rect">
            <a:avLst/>
          </a:prstGeom>
          <a:ln/>
        </p:spPr>
        <p:txBody>
          <a:bodyPr/>
          <a:lstStyle>
            <a:lvl1pPr>
              <a:defRPr>
                <a:latin typeface="Arial"/>
                <a:ea typeface="MS PGothic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cxnSp>
        <p:nvCxnSpPr>
          <p:cNvPr id="5" name="Straight Connector 4"/>
          <p:cNvCxnSpPr/>
          <p:nvPr userDrawn="1"/>
        </p:nvCxnSpPr>
        <p:spPr bwMode="auto">
          <a:xfrm>
            <a:off x="320040" y="876300"/>
            <a:ext cx="8503920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3B4C97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50800"/>
            <a:ext cx="8229600" cy="822960"/>
          </a:xfrm>
        </p:spPr>
        <p:txBody>
          <a:bodyPr/>
          <a:lstStyle/>
          <a:p>
            <a:r>
              <a:rPr lang="en-US">
                <a:latin typeface="Arial"/>
                <a:ea typeface="MS PGothic"/>
              </a:rPr>
              <a:t>Click to edit Master title style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4370663" y="6496945"/>
            <a:ext cx="3417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DBBA9341-921B-4DA2-8C1C-6C232162D98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MS PGothic"/>
              </a:rPr>
              <a:t>‹#›</a:t>
            </a:fld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1491598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76200" y="6352908"/>
            <a:ext cx="1905000" cy="352693"/>
          </a:xfrm>
          <a:prstGeom prst="rect">
            <a:avLst/>
          </a:prstGeom>
          <a:ln/>
        </p:spPr>
        <p:txBody>
          <a:bodyPr/>
          <a:lstStyle>
            <a:lvl1pPr>
              <a:defRPr>
                <a:latin typeface="Arial"/>
                <a:ea typeface="MS PGothic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3" name="TextBox 2"/>
          <p:cNvSpPr txBox="1"/>
          <p:nvPr userDrawn="1"/>
        </p:nvSpPr>
        <p:spPr>
          <a:xfrm>
            <a:off x="4370663" y="6496945"/>
            <a:ext cx="3417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DBBA9341-921B-4DA2-8C1C-6C232162D98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MS PGothic"/>
              </a:rPr>
              <a:t>‹#›</a:t>
            </a:fld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2426982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Arial"/>
                <a:ea typeface="MS PGothic"/>
              </a:defRPr>
            </a:lvl1pPr>
          </a:lstStyle>
          <a:p>
            <a:r>
              <a:rPr lang="en-US">
                <a:latin typeface="Arial"/>
                <a:ea typeface="MS PGothic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1" y="273052"/>
            <a:ext cx="5111750" cy="5853113"/>
          </a:xfrm>
        </p:spPr>
        <p:txBody>
          <a:bodyPr/>
          <a:lstStyle>
            <a:lvl1pPr>
              <a:defRPr sz="3200">
                <a:latin typeface="Arial"/>
                <a:ea typeface="MS PGothic"/>
              </a:defRPr>
            </a:lvl1pPr>
            <a:lvl2pPr>
              <a:defRPr sz="2800">
                <a:latin typeface="Arial"/>
                <a:ea typeface="MS PGothic"/>
              </a:defRPr>
            </a:lvl2pPr>
            <a:lvl3pPr>
              <a:defRPr sz="2400">
                <a:latin typeface="Arial"/>
                <a:ea typeface="MS PGothic"/>
              </a:defRPr>
            </a:lvl3pPr>
            <a:lvl4pPr>
              <a:defRPr sz="2000">
                <a:latin typeface="Arial"/>
                <a:ea typeface="MS PGothic"/>
              </a:defRPr>
            </a:lvl4pPr>
            <a:lvl5pPr>
              <a:defRPr sz="2000">
                <a:latin typeface="Arial"/>
                <a:ea typeface="MS PGothic"/>
              </a:defRPr>
            </a:lvl5pPr>
            <a:lvl6pPr>
              <a:defRPr sz="2000">
                <a:latin typeface="Arial"/>
                <a:ea typeface="MS PGothic"/>
              </a:defRPr>
            </a:lvl6pPr>
            <a:lvl7pPr>
              <a:defRPr sz="2000">
                <a:latin typeface="Arial"/>
                <a:ea typeface="MS PGothic"/>
              </a:defRPr>
            </a:lvl7pPr>
            <a:lvl8pPr>
              <a:defRPr sz="2000">
                <a:latin typeface="Arial"/>
                <a:ea typeface="MS PGothic"/>
              </a:defRPr>
            </a:lvl8pPr>
            <a:lvl9pPr>
              <a:defRPr sz="2000">
                <a:latin typeface="Arial"/>
                <a:ea typeface="MS PGothic"/>
              </a:defRPr>
            </a:lvl9pPr>
          </a:lstStyle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  <a:p>
            <a:pPr lvl="1"/>
            <a:r>
              <a:rPr lang="en-US">
                <a:latin typeface="Arial"/>
                <a:ea typeface="MS PGothic"/>
              </a:rPr>
              <a:t>Second level</a:t>
            </a:r>
          </a:p>
          <a:p>
            <a:pPr lvl="2"/>
            <a:r>
              <a:rPr lang="en-US">
                <a:latin typeface="Arial"/>
                <a:ea typeface="MS PGothic"/>
              </a:rPr>
              <a:t>Third level</a:t>
            </a:r>
          </a:p>
          <a:p>
            <a:pPr lvl="3"/>
            <a:r>
              <a:rPr lang="en-US">
                <a:latin typeface="Arial"/>
                <a:ea typeface="MS PGothic"/>
              </a:rPr>
              <a:t>Fourth level</a:t>
            </a:r>
          </a:p>
          <a:p>
            <a:pPr lvl="4"/>
            <a:r>
              <a:rPr lang="en-US">
                <a:latin typeface="Arial"/>
                <a:ea typeface="MS PGothic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2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Arial"/>
                <a:ea typeface="MS PGothic"/>
              </a:defRPr>
            </a:lvl1pPr>
            <a:lvl2pPr marL="457200" indent="0">
              <a:buNone/>
              <a:defRPr sz="1200">
                <a:latin typeface="Arial"/>
                <a:ea typeface="MS PGothic"/>
              </a:defRPr>
            </a:lvl2pPr>
            <a:lvl3pPr marL="914400" indent="0">
              <a:buNone/>
              <a:defRPr sz="1000">
                <a:latin typeface="Arial"/>
                <a:ea typeface="MS PGothic"/>
              </a:defRPr>
            </a:lvl3pPr>
            <a:lvl4pPr marL="1371600" indent="0">
              <a:buNone/>
              <a:defRPr sz="900">
                <a:latin typeface="Arial"/>
                <a:ea typeface="MS PGothic"/>
              </a:defRPr>
            </a:lvl4pPr>
            <a:lvl5pPr marL="1828800" indent="0">
              <a:buNone/>
              <a:defRPr sz="900">
                <a:latin typeface="Arial"/>
                <a:ea typeface="MS PGothic"/>
              </a:defRPr>
            </a:lvl5pPr>
            <a:lvl6pPr marL="2286000" indent="0">
              <a:buNone/>
              <a:defRPr sz="900">
                <a:latin typeface="Arial"/>
                <a:ea typeface="MS PGothic"/>
              </a:defRPr>
            </a:lvl6pPr>
            <a:lvl7pPr marL="2743200" indent="0">
              <a:buNone/>
              <a:defRPr sz="900">
                <a:latin typeface="Arial"/>
                <a:ea typeface="MS PGothic"/>
              </a:defRPr>
            </a:lvl7pPr>
            <a:lvl8pPr marL="3200400" indent="0">
              <a:buNone/>
              <a:defRPr sz="900">
                <a:latin typeface="Arial"/>
                <a:ea typeface="MS PGothic"/>
              </a:defRPr>
            </a:lvl8pPr>
            <a:lvl9pPr marL="3657600" indent="0">
              <a:buNone/>
              <a:defRPr sz="900">
                <a:latin typeface="Arial"/>
                <a:ea typeface="MS PGothic"/>
              </a:defRPr>
            </a:lvl9pPr>
          </a:lstStyle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76200" y="6352908"/>
            <a:ext cx="1905000" cy="352693"/>
          </a:xfrm>
          <a:prstGeom prst="rect">
            <a:avLst/>
          </a:prstGeom>
          <a:ln/>
        </p:spPr>
        <p:txBody>
          <a:bodyPr/>
          <a:lstStyle>
            <a:lvl1pPr>
              <a:defRPr>
                <a:latin typeface="Arial"/>
                <a:ea typeface="MS PGothic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4370663" y="6496945"/>
            <a:ext cx="3417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DBBA9341-921B-4DA2-8C1C-6C232162D98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MS PGothic"/>
              </a:rPr>
              <a:t>‹#›</a:t>
            </a:fld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181182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Arial"/>
                <a:ea typeface="MS PGothic"/>
              </a:defRPr>
            </a:lvl1pPr>
          </a:lstStyle>
          <a:p>
            <a:r>
              <a:rPr lang="en-US">
                <a:latin typeface="Arial"/>
                <a:ea typeface="MS PGothic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Arial"/>
                <a:ea typeface="MS PGothic"/>
              </a:defRPr>
            </a:lvl1pPr>
            <a:lvl2pPr marL="457200" indent="0">
              <a:buNone/>
              <a:defRPr sz="2800">
                <a:latin typeface="Arial"/>
                <a:ea typeface="MS PGothic"/>
              </a:defRPr>
            </a:lvl2pPr>
            <a:lvl3pPr marL="914400" indent="0">
              <a:buNone/>
              <a:defRPr sz="2400">
                <a:latin typeface="Arial"/>
                <a:ea typeface="MS PGothic"/>
              </a:defRPr>
            </a:lvl3pPr>
            <a:lvl4pPr marL="1371600" indent="0">
              <a:buNone/>
              <a:defRPr sz="2000">
                <a:latin typeface="Arial"/>
                <a:ea typeface="MS PGothic"/>
              </a:defRPr>
            </a:lvl4pPr>
            <a:lvl5pPr marL="1828800" indent="0">
              <a:buNone/>
              <a:defRPr sz="2000">
                <a:latin typeface="Arial"/>
                <a:ea typeface="MS PGothic"/>
              </a:defRPr>
            </a:lvl5pPr>
            <a:lvl6pPr marL="2286000" indent="0">
              <a:buNone/>
              <a:defRPr sz="2000">
                <a:latin typeface="Arial"/>
                <a:ea typeface="MS PGothic"/>
              </a:defRPr>
            </a:lvl6pPr>
            <a:lvl7pPr marL="2743200" indent="0">
              <a:buNone/>
              <a:defRPr sz="2000">
                <a:latin typeface="Arial"/>
                <a:ea typeface="MS PGothic"/>
              </a:defRPr>
            </a:lvl7pPr>
            <a:lvl8pPr marL="3200400" indent="0">
              <a:buNone/>
              <a:defRPr sz="2000">
                <a:latin typeface="Arial"/>
                <a:ea typeface="MS PGothic"/>
              </a:defRPr>
            </a:lvl8pPr>
            <a:lvl9pPr marL="3657600" indent="0">
              <a:buNone/>
              <a:defRPr sz="2000">
                <a:latin typeface="Arial"/>
                <a:ea typeface="MS PGothic"/>
              </a:defRPr>
            </a:lvl9pPr>
          </a:lstStyle>
          <a:p>
            <a:pPr lvl="0"/>
            <a:endParaRPr lang="en-US" noProof="0" dirty="0">
              <a:latin typeface="Arial"/>
              <a:ea typeface="MS PGothic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Arial"/>
                <a:ea typeface="MS PGothic"/>
              </a:defRPr>
            </a:lvl1pPr>
            <a:lvl2pPr marL="457200" indent="0">
              <a:buNone/>
              <a:defRPr sz="1200">
                <a:latin typeface="Arial"/>
                <a:ea typeface="MS PGothic"/>
              </a:defRPr>
            </a:lvl2pPr>
            <a:lvl3pPr marL="914400" indent="0">
              <a:buNone/>
              <a:defRPr sz="1000">
                <a:latin typeface="Arial"/>
                <a:ea typeface="MS PGothic"/>
              </a:defRPr>
            </a:lvl3pPr>
            <a:lvl4pPr marL="1371600" indent="0">
              <a:buNone/>
              <a:defRPr sz="900">
                <a:latin typeface="Arial"/>
                <a:ea typeface="MS PGothic"/>
              </a:defRPr>
            </a:lvl4pPr>
            <a:lvl5pPr marL="1828800" indent="0">
              <a:buNone/>
              <a:defRPr sz="900">
                <a:latin typeface="Arial"/>
                <a:ea typeface="MS PGothic"/>
              </a:defRPr>
            </a:lvl5pPr>
            <a:lvl6pPr marL="2286000" indent="0">
              <a:buNone/>
              <a:defRPr sz="900">
                <a:latin typeface="Arial"/>
                <a:ea typeface="MS PGothic"/>
              </a:defRPr>
            </a:lvl6pPr>
            <a:lvl7pPr marL="2743200" indent="0">
              <a:buNone/>
              <a:defRPr sz="900">
                <a:latin typeface="Arial"/>
                <a:ea typeface="MS PGothic"/>
              </a:defRPr>
            </a:lvl7pPr>
            <a:lvl8pPr marL="3200400" indent="0">
              <a:buNone/>
              <a:defRPr sz="900">
                <a:latin typeface="Arial"/>
                <a:ea typeface="MS PGothic"/>
              </a:defRPr>
            </a:lvl8pPr>
            <a:lvl9pPr marL="3657600" indent="0">
              <a:buNone/>
              <a:defRPr sz="900">
                <a:latin typeface="Arial"/>
                <a:ea typeface="MS PGothic"/>
              </a:defRPr>
            </a:lvl9pPr>
          </a:lstStyle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76200" y="6352908"/>
            <a:ext cx="1905000" cy="352693"/>
          </a:xfrm>
          <a:prstGeom prst="rect">
            <a:avLst/>
          </a:prstGeom>
          <a:ln/>
        </p:spPr>
        <p:txBody>
          <a:bodyPr/>
          <a:lstStyle>
            <a:lvl1pPr>
              <a:defRPr>
                <a:latin typeface="Arial"/>
                <a:ea typeface="MS PGothic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4370663" y="6496945"/>
            <a:ext cx="3417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DBBA9341-921B-4DA2-8C1C-6C232162D98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MS PGothic"/>
              </a:rPr>
              <a:t>‹#›</a:t>
            </a:fld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1751233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/>
                <a:ea typeface="MS PGothic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  <a:p>
            <a:pPr lvl="1"/>
            <a:r>
              <a:rPr lang="en-US">
                <a:latin typeface="Arial"/>
                <a:ea typeface="MS PGothic"/>
              </a:rPr>
              <a:t>Second level</a:t>
            </a:r>
          </a:p>
          <a:p>
            <a:pPr lvl="2"/>
            <a:r>
              <a:rPr lang="en-US">
                <a:latin typeface="Arial"/>
                <a:ea typeface="MS PGothic"/>
              </a:rPr>
              <a:t>Third level</a:t>
            </a:r>
          </a:p>
          <a:p>
            <a:pPr lvl="3"/>
            <a:r>
              <a:rPr lang="en-US">
                <a:latin typeface="Arial"/>
                <a:ea typeface="MS PGothic"/>
              </a:rPr>
              <a:t>Fourth level</a:t>
            </a:r>
          </a:p>
          <a:p>
            <a:pPr lvl="4"/>
            <a:r>
              <a:rPr lang="en-US">
                <a:latin typeface="Arial"/>
                <a:ea typeface="MS PGothic"/>
              </a:rPr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76200" y="6352908"/>
            <a:ext cx="1905000" cy="352693"/>
          </a:xfrm>
          <a:prstGeom prst="rect">
            <a:avLst/>
          </a:prstGeom>
          <a:ln/>
        </p:spPr>
        <p:txBody>
          <a:bodyPr/>
          <a:lstStyle>
            <a:lvl1pPr>
              <a:defRPr>
                <a:latin typeface="Arial"/>
                <a:ea typeface="MS PGothic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5" name="TextBox 4"/>
          <p:cNvSpPr txBox="1"/>
          <p:nvPr userDrawn="1"/>
        </p:nvSpPr>
        <p:spPr>
          <a:xfrm>
            <a:off x="4370663" y="6496945"/>
            <a:ext cx="3417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DBBA9341-921B-4DA2-8C1C-6C232162D98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MS PGothic"/>
              </a:rPr>
              <a:t>‹#›</a:t>
            </a:fld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2695774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28600"/>
            <a:ext cx="1943100" cy="5715000"/>
          </a:xfrm>
        </p:spPr>
        <p:txBody>
          <a:bodyPr vert="eaVert"/>
          <a:lstStyle/>
          <a:p>
            <a:r>
              <a:rPr lang="en-US">
                <a:latin typeface="Arial"/>
                <a:ea typeface="MS PGothic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28600"/>
            <a:ext cx="5676900" cy="5715000"/>
          </a:xfrm>
        </p:spPr>
        <p:txBody>
          <a:bodyPr vert="eaVert"/>
          <a:lstStyle/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  <a:p>
            <a:pPr lvl="1"/>
            <a:r>
              <a:rPr lang="en-US">
                <a:latin typeface="Arial"/>
                <a:ea typeface="MS PGothic"/>
              </a:rPr>
              <a:t>Second level</a:t>
            </a:r>
          </a:p>
          <a:p>
            <a:pPr lvl="2"/>
            <a:r>
              <a:rPr lang="en-US">
                <a:latin typeface="Arial"/>
                <a:ea typeface="MS PGothic"/>
              </a:rPr>
              <a:t>Third level</a:t>
            </a:r>
          </a:p>
          <a:p>
            <a:pPr lvl="3"/>
            <a:r>
              <a:rPr lang="en-US">
                <a:latin typeface="Arial"/>
                <a:ea typeface="MS PGothic"/>
              </a:rPr>
              <a:t>Fourth level</a:t>
            </a:r>
          </a:p>
          <a:p>
            <a:pPr lvl="4"/>
            <a:r>
              <a:rPr lang="en-US">
                <a:latin typeface="Arial"/>
                <a:ea typeface="MS PGothic"/>
              </a:rPr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76200" y="6352908"/>
            <a:ext cx="1905000" cy="352693"/>
          </a:xfrm>
          <a:prstGeom prst="rect">
            <a:avLst/>
          </a:prstGeom>
          <a:ln/>
        </p:spPr>
        <p:txBody>
          <a:bodyPr/>
          <a:lstStyle>
            <a:lvl1pPr>
              <a:defRPr>
                <a:latin typeface="Arial"/>
                <a:ea typeface="MS PGothic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5" name="TextBox 4"/>
          <p:cNvSpPr txBox="1"/>
          <p:nvPr userDrawn="1"/>
        </p:nvSpPr>
        <p:spPr>
          <a:xfrm>
            <a:off x="4370663" y="6496945"/>
            <a:ext cx="3417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DBBA9341-921B-4DA2-8C1C-6C232162D98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MS PGothic"/>
              </a:rPr>
              <a:t>‹#›</a:t>
            </a:fld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42730315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 preserve="1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8600"/>
            <a:ext cx="7772400" cy="1143000"/>
          </a:xfrm>
        </p:spPr>
        <p:txBody>
          <a:bodyPr/>
          <a:lstStyle/>
          <a:p>
            <a:r>
              <a:rPr lang="en-US">
                <a:latin typeface="Arial"/>
                <a:ea typeface="MS PGothic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676400"/>
            <a:ext cx="3810000" cy="4267200"/>
          </a:xfrm>
        </p:spPr>
        <p:txBody>
          <a:bodyPr/>
          <a:lstStyle/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  <a:p>
            <a:pPr lvl="1"/>
            <a:r>
              <a:rPr lang="en-US">
                <a:latin typeface="Arial"/>
                <a:ea typeface="MS PGothic"/>
              </a:rPr>
              <a:t>Second level</a:t>
            </a:r>
          </a:p>
          <a:p>
            <a:pPr lvl="2"/>
            <a:r>
              <a:rPr lang="en-US">
                <a:latin typeface="Arial"/>
                <a:ea typeface="MS PGothic"/>
              </a:rPr>
              <a:t>Third level</a:t>
            </a:r>
          </a:p>
          <a:p>
            <a:pPr lvl="3"/>
            <a:r>
              <a:rPr lang="en-US">
                <a:latin typeface="Arial"/>
                <a:ea typeface="MS PGothic"/>
              </a:rPr>
              <a:t>Fourth level</a:t>
            </a:r>
          </a:p>
          <a:p>
            <a:pPr lvl="4"/>
            <a:r>
              <a:rPr lang="en-US">
                <a:latin typeface="Arial"/>
                <a:ea typeface="MS PGothic"/>
              </a:rPr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4648200" y="1676400"/>
            <a:ext cx="3810000" cy="4267200"/>
          </a:xfrm>
        </p:spPr>
        <p:txBody>
          <a:bodyPr/>
          <a:lstStyle/>
          <a:p>
            <a:pPr lvl="0"/>
            <a:endParaRPr lang="en-US" noProof="0" dirty="0">
              <a:latin typeface="Arial"/>
              <a:ea typeface="MS PGothic"/>
            </a:endParaRP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76200" y="6352908"/>
            <a:ext cx="1905000" cy="352693"/>
          </a:xfrm>
          <a:prstGeom prst="rect">
            <a:avLst/>
          </a:prstGeom>
          <a:ln/>
        </p:spPr>
        <p:txBody>
          <a:bodyPr/>
          <a:lstStyle>
            <a:lvl1pPr>
              <a:defRPr>
                <a:latin typeface="Arial"/>
                <a:ea typeface="MS PGothic"/>
              </a:defRPr>
            </a:lvl1pPr>
          </a:lstStyle>
          <a:p>
            <a:pPr>
              <a:defRPr>
                <a:latin typeface="Arial"/>
                <a:ea typeface="MS PGothic"/>
              </a:defRPr>
            </a:pPr>
            <a:endParaRPr lang="en-US" dirty="0">
              <a:latin typeface="Arial"/>
              <a:ea typeface="MS PGothic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4370663" y="6496945"/>
            <a:ext cx="3417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DBBA9341-921B-4DA2-8C1C-6C232162D986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MS PGothic"/>
              </a:rPr>
              <a:t>‹#›</a:t>
            </a:fld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MS PGothic"/>
            </a:endParaRPr>
          </a:p>
        </p:txBody>
      </p:sp>
    </p:spTree>
    <p:extLst>
      <p:ext uri="{BB962C8B-B14F-4D97-AF65-F5344CB8AC3E}">
        <p14:creationId xmlns:p14="http://schemas.microsoft.com/office/powerpoint/2010/main" val="5611519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 bwMode="auto">
          <a:xfrm>
            <a:off x="0" y="6315075"/>
            <a:ext cx="9144000" cy="54292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1664">
                <a:srgbClr val="FFFFFF"/>
              </a:gs>
              <a:gs pos="100000">
                <a:srgbClr val="3B4C97">
                  <a:shade val="100000"/>
                  <a:satMod val="115000"/>
                </a:srgbClr>
              </a:gs>
            </a:gsLst>
            <a:lin ang="0" scaled="0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1" charset="-128"/>
            </a:endParaRPr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28600"/>
            <a:ext cx="8229600" cy="8229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>
                <a:latin typeface="Arial"/>
                <a:ea typeface="MS PGothic"/>
              </a:rPr>
              <a:t>Click to edit Master title style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85400"/>
            <a:ext cx="8229600" cy="4937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>
                <a:latin typeface="Arial"/>
                <a:ea typeface="MS PGothic"/>
              </a:rPr>
              <a:t>Click to edit Master text styles</a:t>
            </a:r>
          </a:p>
          <a:p>
            <a:pPr lvl="1"/>
            <a:r>
              <a:rPr lang="en-US">
                <a:latin typeface="Arial"/>
                <a:ea typeface="MS PGothic"/>
              </a:rPr>
              <a:t>Second level</a:t>
            </a:r>
          </a:p>
          <a:p>
            <a:pPr lvl="2"/>
            <a:r>
              <a:rPr lang="en-US">
                <a:latin typeface="Arial"/>
                <a:ea typeface="MS PGothic"/>
              </a:rPr>
              <a:t>Third level</a:t>
            </a:r>
          </a:p>
          <a:p>
            <a:pPr lvl="3"/>
            <a:r>
              <a:rPr lang="en-US">
                <a:latin typeface="Arial"/>
                <a:ea typeface="MS PGothic"/>
              </a:rPr>
              <a:t>Fourth level</a:t>
            </a:r>
          </a:p>
          <a:p>
            <a:pPr lvl="4"/>
            <a:r>
              <a:rPr lang="en-US">
                <a:latin typeface="Arial"/>
                <a:ea typeface="MS PGothic"/>
              </a:rPr>
              <a:t>Fifth level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33475" y="6372438"/>
            <a:ext cx="154753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tx1"/>
                </a:solidFill>
                <a:latin typeface="Arial"/>
                <a:ea typeface="MS PGothic"/>
              </a:rPr>
              <a:t>Vehicle</a:t>
            </a:r>
            <a:r>
              <a:rPr lang="en-US" sz="1050" baseline="0" dirty="0">
                <a:solidFill>
                  <a:schemeClr val="tx1"/>
                </a:solidFill>
                <a:latin typeface="Arial"/>
                <a:ea typeface="MS PGothic"/>
              </a:rPr>
              <a:t> Dynamics and Energy Control Lab.</a:t>
            </a:r>
            <a:endParaRPr lang="en-US" sz="1050" dirty="0">
              <a:solidFill>
                <a:schemeClr val="tx1"/>
              </a:solidFill>
              <a:latin typeface="Arial"/>
              <a:ea typeface="MS PGothic"/>
            </a:endParaRPr>
          </a:p>
        </p:txBody>
      </p:sp>
      <p:pic>
        <p:nvPicPr>
          <p:cNvPr id="4" name="Picture 3"/>
          <p:cNvPicPr>
            <a:picLocks noChangeAspect="1" noChangeArrowheads="1"/>
          </p:cNvPicPr>
          <p:nvPr userDrawn="1"/>
        </p:nvPicPr>
        <p:blipFill>
          <a:blip r:embed="rId14" cstate="print">
            <a:clrChange>
              <a:clrFrom>
                <a:srgbClr val="070404"/>
              </a:clrFrom>
              <a:clrTo>
                <a:srgbClr val="070404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0488" y="6397184"/>
            <a:ext cx="1243012" cy="3901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Picture 4"/>
          <p:cNvPicPr>
            <a:picLocks noChangeAspect="1" noChangeArrowheads="1"/>
          </p:cNvPicPr>
          <p:nvPr userDrawn="1"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120"/>
          <a:stretch/>
        </p:blipFill>
        <p:spPr bwMode="auto">
          <a:xfrm>
            <a:off x="114300" y="6372225"/>
            <a:ext cx="1047750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0F65"/>
          </a:solidFill>
          <a:latin typeface="Arial"/>
          <a:ea typeface="MS PGothic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200" b="1">
          <a:solidFill>
            <a:srgbClr val="000F65"/>
          </a:solidFill>
          <a:latin typeface="Arial" charset="0"/>
          <a:ea typeface="MS PGothic" pitchFamily="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200" b="1">
          <a:solidFill>
            <a:srgbClr val="000F65"/>
          </a:solidFill>
          <a:latin typeface="Arial" charset="0"/>
          <a:ea typeface="MS PGothic" pitchFamily="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200" b="1">
          <a:solidFill>
            <a:srgbClr val="000F65"/>
          </a:solidFill>
          <a:latin typeface="Arial" charset="0"/>
          <a:ea typeface="MS PGothic" pitchFamily="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200" b="1">
          <a:solidFill>
            <a:srgbClr val="000F65"/>
          </a:solidFill>
          <a:latin typeface="Arial" charset="0"/>
          <a:ea typeface="MS PGothic" pitchFamily="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4200" b="1">
          <a:solidFill>
            <a:srgbClr val="000F65"/>
          </a:solidFill>
          <a:latin typeface="Arial" charset="0"/>
          <a:ea typeface="MS PGothic" pitchFamily="1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4200" b="1">
          <a:solidFill>
            <a:srgbClr val="000F65"/>
          </a:solidFill>
          <a:latin typeface="Arial" charset="0"/>
          <a:ea typeface="MS PGothic" pitchFamily="1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4200" b="1">
          <a:solidFill>
            <a:srgbClr val="000F65"/>
          </a:solidFill>
          <a:latin typeface="Arial" charset="0"/>
          <a:ea typeface="MS PGothic" pitchFamily="1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4200" b="1">
          <a:solidFill>
            <a:srgbClr val="000F65"/>
          </a:solidFill>
          <a:latin typeface="Arial" charset="0"/>
          <a:ea typeface="MS PGothic" pitchFamily="1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defRPr sz="2800">
          <a:solidFill>
            <a:srgbClr val="000F65"/>
          </a:solidFill>
          <a:latin typeface="Arial"/>
          <a:ea typeface="MS PGothic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800">
          <a:solidFill>
            <a:srgbClr val="000F65"/>
          </a:solidFill>
          <a:latin typeface="Arial"/>
          <a:ea typeface="MS PGothic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400">
          <a:solidFill>
            <a:srgbClr val="000F65"/>
          </a:solidFill>
          <a:latin typeface="Arial"/>
          <a:ea typeface="MS PGothic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rgbClr val="000F65"/>
          </a:solidFill>
          <a:latin typeface="Arial"/>
          <a:ea typeface="MS PGothic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defRPr sz="1400">
          <a:solidFill>
            <a:srgbClr val="000F65"/>
          </a:solidFill>
          <a:latin typeface="Arial"/>
          <a:ea typeface="MS PGothic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Font typeface="Wingdings" pitchFamily="1" charset="2"/>
        <a:defRPr sz="1400">
          <a:solidFill>
            <a:srgbClr val="000F65"/>
          </a:solidFill>
          <a:latin typeface="Arial"/>
          <a:ea typeface="MS PGothic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Font typeface="Wingdings" pitchFamily="1" charset="2"/>
        <a:defRPr sz="1400">
          <a:solidFill>
            <a:srgbClr val="000F65"/>
          </a:solidFill>
          <a:latin typeface="Arial"/>
          <a:ea typeface="MS PGothic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Font typeface="Wingdings" pitchFamily="1" charset="2"/>
        <a:defRPr sz="1400">
          <a:solidFill>
            <a:srgbClr val="000F65"/>
          </a:solidFill>
          <a:latin typeface="Arial"/>
          <a:ea typeface="MS PGothic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Font typeface="Wingdings" pitchFamily="1" charset="2"/>
        <a:defRPr sz="1400">
          <a:solidFill>
            <a:srgbClr val="000F65"/>
          </a:solidFill>
          <a:latin typeface="Arial"/>
          <a:ea typeface="MS PGothic"/>
        </a:defRPr>
      </a:lvl9pPr>
    </p:bodyStyle>
    <p:otherStyle>
      <a:defPPr>
        <a:defRPr lang="en-US">
          <a:latin typeface="Arial"/>
          <a:ea typeface="MS PGothic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rial"/>
          <a:ea typeface="MS PGothic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rial"/>
          <a:ea typeface="MS PGothic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rial"/>
          <a:ea typeface="MS PGothic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rial"/>
          <a:ea typeface="MS PGothic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rial"/>
          <a:ea typeface="MS PGothic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rial"/>
          <a:ea typeface="MS PGothic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rial"/>
          <a:ea typeface="MS PGothic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rial"/>
          <a:ea typeface="MS PGothic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rial"/>
          <a:ea typeface="MS PGothic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1051560"/>
            <a:ext cx="8046720" cy="1325880"/>
          </a:xfrm>
        </p:spPr>
        <p:txBody>
          <a:bodyPr wrap="square" anchor="ctr" lIns="73152" rIns="73152" tIns="36576" bIns="36576">
            <a:norm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2600" b="1" i="0">
                <a:solidFill>
                  <a:srgbClr val="000F65"/>
                </a:solidFill>
                <a:latin typeface="Arial"/>
                <a:ea typeface="MS PGothic"/>
              </a:rPr>
              <a:t>GPS 사용 불가 환경에서 비전 보조 항법을 위한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2600" b="1" i="0">
                <a:solidFill>
                  <a:srgbClr val="000F65"/>
                </a:solidFill>
                <a:latin typeface="Arial"/>
                <a:ea typeface="MS PGothic"/>
              </a:rPr>
              <a:t>다중센서 융합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731520" y="2423160"/>
            <a:ext cx="7680960" cy="4114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333399"/>
                </a:solidFill>
                <a:latin typeface="Arial"/>
                <a:ea typeface="MS PGothic"/>
              </a:rPr>
              <a:t>카메라·IMU 융합 기반 위치·속도·자세 추정과 영상 측정 품질 반영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731520" y="2880360"/>
            <a:ext cx="7680960" cy="457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300" b="0" i="1">
                <a:solidFill>
                  <a:srgbClr val="333399"/>
                </a:solidFill>
                <a:latin typeface="Arial"/>
                <a:ea typeface="MS PGothic"/>
              </a:rPr>
              <a:t>Multi-Sensor Fusion for Vision-Aided Navigation in GPS-Denied Environments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914400" y="3977639"/>
            <a:ext cx="7315200" cy="16002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학생자율연구 II  연구계획 발표  |  2026학년도 2학기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400" b="0" i="0">
                <a:solidFill>
                  <a:srgbClr val="333333"/>
                </a:solidFill>
                <a:latin typeface="Arial"/>
                <a:ea typeface="MS PGothic"/>
              </a:rPr>
              <a:t>박찬혁 (202121212)  ·  지도교수: 안창선 교수님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300" b="0" i="0">
                <a:solidFill>
                  <a:srgbClr val="333333"/>
                </a:solidFill>
                <a:latin typeface="Arial"/>
                <a:ea typeface="MS PGothic"/>
              </a:rPr>
              <a:t>School of Mechanical Engineering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300" b="0" i="0">
                <a:solidFill>
                  <a:srgbClr val="333333"/>
                </a:solidFill>
                <a:latin typeface="Arial"/>
                <a:ea typeface="MS PGothic"/>
              </a:rPr>
              <a:t>Pusan National University</a:t>
            </a:r>
          </a:p>
        </p:txBody>
      </p:sp>
    </p:spTree>
    <p:extLst>
      <p:ext uri="{BB962C8B-B14F-4D97-AF65-F5344CB8AC3E}">
        <p14:creationId xmlns:p14="http://schemas.microsoft.com/office/powerpoint/2010/main" val="111959652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MS PGothic"/>
              </a:rPr>
              <a:t>목차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63040" y="132588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FFFFFF"/>
                </a:solidFill>
                <a:latin typeface="Arial"/>
                <a:ea typeface="MS P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344168"/>
            <a:ext cx="5486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1A1A1A"/>
                </a:solidFill>
                <a:latin typeface="Arial"/>
                <a:ea typeface="MS PGothic"/>
              </a:rPr>
              <a:t>연구 배경 및 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96596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FFFFFF"/>
                </a:solidFill>
                <a:latin typeface="Arial"/>
                <a:ea typeface="MS P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984248"/>
            <a:ext cx="5486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1A1A1A"/>
                </a:solidFill>
                <a:latin typeface="Arial"/>
                <a:ea typeface="MS PGothic"/>
              </a:rPr>
              <a:t>연구 목적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260603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FFFFFF"/>
                </a:solidFill>
                <a:latin typeface="Arial"/>
                <a:ea typeface="MS P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2624327"/>
            <a:ext cx="5486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1A1A1A"/>
                </a:solidFill>
                <a:latin typeface="Arial"/>
                <a:ea typeface="MS PGothic"/>
              </a:rPr>
              <a:t>이론적 배경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324612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FFFFFF"/>
                </a:solidFill>
                <a:latin typeface="Arial"/>
                <a:ea typeface="MS P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3264408"/>
            <a:ext cx="5486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1A1A1A"/>
                </a:solidFill>
                <a:latin typeface="Arial"/>
                <a:ea typeface="MS PGothic"/>
              </a:rPr>
              <a:t>핵심 방법: 영상 측정 품질 반영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388620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FFFFFF"/>
                </a:solidFill>
                <a:latin typeface="Arial"/>
                <a:ea typeface="MS PGothic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904487"/>
            <a:ext cx="5486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1A1A1A"/>
                </a:solidFill>
                <a:latin typeface="Arial"/>
                <a:ea typeface="MS PGothic"/>
              </a:rPr>
              <a:t>시스템 구조 및 연구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452628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FFFFFF"/>
                </a:solidFill>
                <a:latin typeface="Arial"/>
                <a:ea typeface="MS PGothic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4544568"/>
            <a:ext cx="5486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1A1A1A"/>
                </a:solidFill>
                <a:latin typeface="Arial"/>
                <a:ea typeface="MS PGothic"/>
              </a:rPr>
              <a:t>검증 계획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63040" y="516635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FFFFFF"/>
                </a:solidFill>
                <a:latin typeface="Arial"/>
                <a:ea typeface="MS PGothic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184647"/>
            <a:ext cx="5486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1A1A1A"/>
                </a:solidFill>
                <a:latin typeface="Arial"/>
                <a:ea typeface="MS PGothic"/>
              </a:rPr>
              <a:t>수행 일정 (15주)</a:t>
            </a:r>
          </a:p>
        </p:txBody>
      </p:sp>
    </p:spTree>
    <p:extLst>
      <p:ext uri="{BB962C8B-B14F-4D97-AF65-F5344CB8AC3E}">
        <p14:creationId xmlns:p14="http://schemas.microsoft.com/office/powerpoint/2010/main" val="37135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MS PGothic"/>
              </a:rPr>
              <a:t>연구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8229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700" b="1" i="0">
                <a:solidFill>
                  <a:srgbClr val="000F65"/>
                </a:solidFill>
                <a:latin typeface="Arial"/>
                <a:ea typeface="MS PGothic"/>
              </a:rPr>
              <a:t>GPS를 쓸 수 없는 환경에서는 다른 센서로 위치·속도·자세를 추정해야 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2560320" cy="658368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실내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건물 내부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600200"/>
            <a:ext cx="2560320" cy="658368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지하 공간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터널·지하 시설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2560320" cy="658368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구조물 내부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대형 구조물 안</a:t>
            </a:r>
          </a:p>
        </p:txBody>
      </p:sp>
      <p:sp>
        <p:nvSpPr>
          <p:cNvPr id="7" name="Down Arrow 6"/>
          <p:cNvSpPr/>
          <p:nvPr/>
        </p:nvSpPr>
        <p:spPr>
          <a:xfrm>
            <a:off x="4389120" y="2331720"/>
            <a:ext cx="365760" cy="292608"/>
          </a:xfrm>
          <a:prstGeom prst="downArrow">
            <a:avLst/>
          </a:prstGeom>
          <a:solidFill>
            <a:srgbClr val="333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697480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위성 신호 차단 → GPS 사용 불가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83280"/>
            <a:ext cx="3749039" cy="173736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IMU 단독 관성항법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가속도·각속도를 적분하여 추정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C00000"/>
                </a:solidFill>
                <a:latin typeface="Arial"/>
                <a:ea typeface="MS PGothic"/>
              </a:rPr>
              <a:t>잡음·바이어스가 적분되어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C00000"/>
                </a:solidFill>
                <a:latin typeface="Arial"/>
                <a:ea typeface="MS PGothic"/>
              </a:rPr>
              <a:t>오차가 시간에 따라 누적 [1]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297680" y="4069080"/>
            <a:ext cx="457200" cy="365760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0" y="3383280"/>
            <a:ext cx="3840480" cy="1737360"/>
          </a:xfrm>
          <a:prstGeom prst="roundRect">
            <a:avLst>
              <a:gd name="adj" fmla="val 8000"/>
            </a:avLst>
          </a:prstGeom>
          <a:solidFill>
            <a:srgbClr val="333399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비전 보조 항법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FFFFFF"/>
                </a:solidFill>
                <a:latin typeface="Arial"/>
                <a:ea typeface="MS PGothic"/>
              </a:rPr>
              <a:t>카메라 영상의 움직임으로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FFFFFF"/>
                </a:solidFill>
                <a:latin typeface="Arial"/>
                <a:ea typeface="MS PGothic"/>
              </a:rPr>
              <a:t>IMU의 누적 오차를 보정 [2]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C8CEEA"/>
                </a:solidFill>
                <a:latin typeface="Arial"/>
                <a:ea typeface="MS PGothic"/>
              </a:rPr>
              <a:t>예: NASA 화성 헬리콥터 Ingenuity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C8CEEA"/>
                </a:solidFill>
                <a:latin typeface="Arial"/>
                <a:ea typeface="MS PGothic"/>
              </a:rPr>
              <a:t>(하향 카메라 + IMU) [3]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34924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본 연구: GPS 사용 불가 환경을 위한 카메라·IMU 다중센서 융합 기반 비전 보조 항법</a:t>
            </a:r>
          </a:p>
        </p:txBody>
      </p:sp>
    </p:spTree>
    <p:extLst>
      <p:ext uri="{BB962C8B-B14F-4D97-AF65-F5344CB8AC3E}">
        <p14:creationId xmlns:p14="http://schemas.microsoft.com/office/powerpoint/2010/main" val="371350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MS PGothic"/>
              </a:rPr>
              <a:t>연구의 필요성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8229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700" b="1" i="0">
                <a:solidFill>
                  <a:srgbClr val="000F65"/>
                </a:solidFill>
                <a:latin typeface="Arial"/>
                <a:ea typeface="MS PGothic"/>
              </a:rPr>
              <a:t>카메라와 IMU는 서로의 약점을 보완한다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977639" cy="438912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IMU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57400"/>
            <a:ext cx="3977639" cy="566928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장점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높은 주기로 측정 → 끊김 없는 움직임 예측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88336"/>
            <a:ext cx="3977639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C00000"/>
                </a:solidFill>
                <a:latin typeface="Arial"/>
                <a:ea typeface="MS PGothic"/>
              </a:rPr>
              <a:t>한계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적분 오차 누적 → 장시간 사용 시 오차 증가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554480"/>
            <a:ext cx="3977639" cy="438912"/>
          </a:xfrm>
          <a:prstGeom prst="roundRect">
            <a:avLst>
              <a:gd name="adj" fmla="val 8000"/>
            </a:avLst>
          </a:prstGeom>
          <a:solidFill>
            <a:srgbClr val="333399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카메라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2057400"/>
            <a:ext cx="3977639" cy="566928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장점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주변 환경 관측 → 누적 오차 보정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688336"/>
            <a:ext cx="3977639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C00000"/>
                </a:solidFill>
                <a:latin typeface="Arial"/>
                <a:ea typeface="MS PGothic"/>
              </a:rPr>
              <a:t>한계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조명 변화·영상 흐림·특징점 부족, 깊이(거리 스케일) 불확실</a:t>
            </a:r>
          </a:p>
        </p:txBody>
      </p:sp>
      <p:sp>
        <p:nvSpPr>
          <p:cNvPr id="10" name="Down Arrow 9"/>
          <p:cNvSpPr/>
          <p:nvPr/>
        </p:nvSpPr>
        <p:spPr>
          <a:xfrm>
            <a:off x="4389120" y="3429000"/>
            <a:ext cx="365760" cy="274320"/>
          </a:xfrm>
          <a:prstGeom prst="downArrow">
            <a:avLst/>
          </a:prstGeom>
          <a:solidFill>
            <a:srgbClr val="333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8800" y="3749039"/>
            <a:ext cx="5486400" cy="45720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상호 보완 → 다중센서 융합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389120"/>
            <a:ext cx="822960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C00000"/>
                </a:solidFill>
                <a:latin typeface="Arial"/>
                <a:ea typeface="MS PGothic"/>
              </a:rPr>
              <a:t>현실적 문제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영상 품질이 떨어지는 구간에서도 영상 관측을 고정된 비중으로 반영하면, 추정의 정확성과 안정성이 떨어질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257800"/>
            <a:ext cx="8229600" cy="64008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해결 방향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영상 측정 품질을 평가하여 관측 반영 비중을 조절하는 다중센서 융합</a:t>
            </a:r>
          </a:p>
        </p:txBody>
      </p:sp>
    </p:spTree>
    <p:extLst>
      <p:ext uri="{BB962C8B-B14F-4D97-AF65-F5344CB8AC3E}">
        <p14:creationId xmlns:p14="http://schemas.microsoft.com/office/powerpoint/2010/main" val="371350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MS PGothic"/>
              </a:rPr>
              <a:t>연구 목적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8229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700" b="1" i="0">
                <a:solidFill>
                  <a:srgbClr val="000F65"/>
                </a:solidFill>
                <a:latin typeface="Arial"/>
                <a:ea typeface="MS PGothic"/>
              </a:rPr>
              <a:t>IMU 예측 + 영상 보정 + 영상 품질 반영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333399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IMU 예측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C8CEEA"/>
                </a:solidFill>
                <a:latin typeface="Arial"/>
                <a:ea typeface="MS PGothic"/>
              </a:rPr>
              <a:t>운동 상태 예측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52928"/>
            <a:ext cx="2377440" cy="9144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1A1A1A"/>
                </a:solidFill>
                <a:latin typeface="Arial"/>
                <a:ea typeface="MS PGothic"/>
              </a:rPr>
              <a:t>가속도·각속도로 이동체의 운동 상태를 연속적으로 예측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07792" y="2075688"/>
            <a:ext cx="402336" cy="310896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69164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영상 기반 보정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C8CEEA"/>
                </a:solidFill>
                <a:latin typeface="Arial"/>
                <a:ea typeface="MS PGothic"/>
              </a:rPr>
              <a:t>옵티컬 플로우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852928"/>
            <a:ext cx="2377440" cy="9144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1A1A1A"/>
                </a:solidFill>
                <a:latin typeface="Arial"/>
                <a:ea typeface="MS PGothic"/>
              </a:rPr>
              <a:t>KLT 옵티컬 플로우로 얻은 영상 움직임으로 누적 오차 보정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33872" y="2075688"/>
            <a:ext cx="402336" cy="310896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69164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333399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영상 품질 반영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C8CEEA"/>
                </a:solidFill>
                <a:latin typeface="Arial"/>
                <a:ea typeface="MS PGothic"/>
              </a:rPr>
              <a:t>신뢰도 기반 비중 조절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852928"/>
            <a:ext cx="2377440" cy="9144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1A1A1A"/>
                </a:solidFill>
                <a:latin typeface="Arial"/>
                <a:ea typeface="MS PGothic"/>
              </a:rPr>
              <a:t>특징점 수·추적 성공률·잔차로 영상 신뢰도를 판단하여 보정 비중 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69080"/>
            <a:ext cx="8229600" cy="86868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연구 목적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1A1A1A"/>
                </a:solidFill>
                <a:latin typeface="Arial"/>
                <a:ea typeface="MS PGothic"/>
              </a:rPr>
              <a:t>IMU 예측과 영상 보정을 결합한 filter 기반 상태추정을 구현하고,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1A1A1A"/>
                </a:solidFill>
                <a:latin typeface="Arial"/>
                <a:ea typeface="MS PGothic"/>
              </a:rPr>
              <a:t>영상 측정 품질에 따른 추정 성능 변화를 분석한다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12064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최종 목표: GPS 사용 불가 환경에서 위치·속도·자세 추정의 정확성과 안정성 평가</a:t>
            </a:r>
          </a:p>
        </p:txBody>
      </p:sp>
    </p:spTree>
    <p:extLst>
      <p:ext uri="{BB962C8B-B14F-4D97-AF65-F5344CB8AC3E}">
        <p14:creationId xmlns:p14="http://schemas.microsoft.com/office/powerpoint/2010/main" val="371350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MS PGothic"/>
              </a:rPr>
              <a:t>이론적 배경 ① 상태추정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8229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700" b="1" i="0">
                <a:solidFill>
                  <a:srgbClr val="000F65"/>
                </a:solidFill>
                <a:latin typeface="Arial"/>
                <a:ea typeface="MS PGothic"/>
              </a:rPr>
              <a:t>운동 모델로 예측하고, 센서 관측으로 보정한다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83080"/>
            <a:ext cx="1554480" cy="68580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IMU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가속도·각속도 u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84832" y="1984248"/>
            <a:ext cx="365760" cy="292608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14600" y="160020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333399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예측 (Prediction)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400" b="0" i="0">
                <a:solidFill>
                  <a:srgbClr val="FFFFFF"/>
                </a:solidFill>
                <a:latin typeface="Arial"/>
                <a:ea typeface="MS PGothic"/>
              </a:rPr>
              <a:t>x⁻ₖ = f(xₖ₋₁, uₖ)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C8CEEA"/>
                </a:solidFill>
                <a:latin typeface="Arial"/>
                <a:ea typeface="MS PGothic"/>
              </a:rPr>
              <a:t>공분산 P 증가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102352" y="1984248"/>
            <a:ext cx="365760" cy="292608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32120" y="1600200"/>
            <a:ext cx="3154680" cy="105156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보정 (Update)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400" b="0" i="0">
                <a:solidFill>
                  <a:srgbClr val="FFFFFF"/>
                </a:solidFill>
                <a:latin typeface="Arial"/>
                <a:ea typeface="MS PGothic"/>
              </a:rPr>
              <a:t>xₖ = x⁻ₖ + Kₖ (zₖ − h(x⁻ₖ))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C8CEEA"/>
                </a:solidFill>
                <a:latin typeface="Arial"/>
                <a:ea typeface="MS PGothic"/>
              </a:rPr>
              <a:t>공분산 P 감소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971800"/>
            <a:ext cx="2148840" cy="64008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카메라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영상 관측 z (움직임)</a:t>
            </a:r>
          </a:p>
        </p:txBody>
      </p:sp>
      <p:sp>
        <p:nvSpPr>
          <p:cNvPr id="10" name="Down Arrow 9"/>
          <p:cNvSpPr/>
          <p:nvPr/>
        </p:nvSpPr>
        <p:spPr>
          <a:xfrm rot="10800000">
            <a:off x="6967728" y="2679192"/>
            <a:ext cx="292608" cy="274320"/>
          </a:xfrm>
          <a:prstGeom prst="downArrow">
            <a:avLst/>
          </a:prstGeom>
          <a:solidFill>
            <a:srgbClr val="333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760720" y="2651760"/>
            <a:ext cx="0" cy="777240"/>
          </a:xfrm>
          <a:prstGeom prst="line">
            <a:avLst/>
          </a:prstGeom>
          <a:ln w="19050">
            <a:solidFill>
              <a:srgbClr val="333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749039" y="3429000"/>
            <a:ext cx="2011681" cy="0"/>
          </a:xfrm>
          <a:prstGeom prst="line">
            <a:avLst/>
          </a:prstGeom>
          <a:ln w="19050">
            <a:solidFill>
              <a:srgbClr val="333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49039" y="2670048"/>
            <a:ext cx="0" cy="758952"/>
          </a:xfrm>
          <a:prstGeom prst="line">
            <a:avLst/>
          </a:prstGeom>
          <a:ln w="19050">
            <a:solidFill>
              <a:srgbClr val="333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49039" y="3456432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333399"/>
                </a:solidFill>
                <a:latin typeface="Arial"/>
                <a:ea typeface="MS PGothic"/>
              </a:rPr>
              <a:t>다음 시점 (k → k+1) 반복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39"/>
            <a:ext cx="3977639" cy="118872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상태 x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위치 · 속도 · 자세 (+ IMU 바이어스)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666666"/>
                </a:solidFill>
                <a:latin typeface="Arial"/>
                <a:ea typeface="MS PGothic"/>
              </a:rPr>
              <a:t>filter 구조는 데이터 특성에 맞춰 선정 (예: EKF)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3977639"/>
            <a:ext cx="3977639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칼만 이득 K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관측 잡음 R이 클수록 K가 작아져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C00000"/>
                </a:solidFill>
                <a:latin typeface="Arial"/>
                <a:ea typeface="MS PGothic"/>
              </a:rPr>
              <a:t>관측 반영 비중이 줄어든다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IMU로 예측 → 영상으로 보정: 비전 보조 항법의 기본 구조 [2]</a:t>
            </a:r>
          </a:p>
        </p:txBody>
      </p:sp>
    </p:spTree>
    <p:extLst>
      <p:ext uri="{BB962C8B-B14F-4D97-AF65-F5344CB8AC3E}">
        <p14:creationId xmlns:p14="http://schemas.microsoft.com/office/powerpoint/2010/main" val="371350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MS PGothic"/>
              </a:rPr>
              <a:t>이론적 배경 ② 옵티컬 플로우</a:t>
            </a:r>
          </a:p>
        </p:txBody>
      </p:sp>
      <p:nvGrpSpPr>
        <p:cNvPr id="1" name=""/>
        <p:cNvGrpSpPr/>
        <p:nvPr/>
      </p:nvGrpSpPr>
      <p:sp>
        <p:nvSpPr>
          <p:cNvPr id="3" name="TextBox 2"/>
          <p:cNvSpPr txBox="1"/>
          <p:nvPr/>
        </p:nvSpPr>
        <p:spPr>
          <a:xfrm>
            <a:off x="457200" y="987552"/>
            <a:ext cx="8229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700" b="1" i="0">
                <a:solidFill>
                  <a:srgbClr val="000F65"/>
                </a:solidFill>
                <a:latin typeface="Arial"/>
                <a:ea typeface="MS PGothic"/>
              </a:rPr>
              <a:t>영상 이동에는 병진운동·회전운동·깊이가 함께 섞여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54480" y="1600200"/>
            <a:ext cx="6035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F65"/>
            </a:solidFill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000F65"/>
                </a:solidFill>
                <a:latin typeface="Arial"/>
                <a:ea typeface="MS PGothic"/>
              </a:rPr>
              <a:t>영상 이동  ≈  (f / h) · v   +   f · 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54480" y="2468880"/>
            <a:ext cx="2880360" cy="59436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병진운동 v ÷ 깊이 h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실제 이동 속도 / 카메라 높이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2468880"/>
            <a:ext cx="2880360" cy="59436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회전운동 ω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기체 회전도 영상을 움직임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90672"/>
            <a:ext cx="82296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666666"/>
                </a:solidFill>
                <a:latin typeface="Arial"/>
                <a:ea typeface="MS PGothic"/>
              </a:rPr>
              <a:t>f: 초점거리, 하향 카메라·평면 지면 가정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11880"/>
            <a:ext cx="1371600" cy="86868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연속 영상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카메라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56232" y="3913632"/>
            <a:ext cx="274320" cy="256032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57984" y="3611880"/>
            <a:ext cx="1371600" cy="86868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특징점 추적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KLT [4]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7016" y="3913632"/>
            <a:ext cx="274320" cy="256032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58768" y="3611880"/>
            <a:ext cx="1371600" cy="86868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회전 보상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자이로 ω로 제거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257800" y="3913632"/>
            <a:ext cx="274320" cy="256032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59552" y="3611880"/>
            <a:ext cx="1371600" cy="86868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스케일 환산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높이 h·평면 가정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958584" y="3913632"/>
            <a:ext cx="274320" cy="256032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260336" y="3611880"/>
            <a:ext cx="1371600" cy="86868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Arial"/>
                <a:ea typeface="MS PGothic"/>
              </a:rPr>
              <a:t>속도 관측 z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FFFFFF"/>
                </a:solidFill>
                <a:latin typeface="Arial"/>
                <a:ea typeface="MS PGothic"/>
              </a:rPr>
              <a:t>filter 보정에 사용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754880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함께 고려: 카메라 보정(내부 파라미터) · 센서 장착 위치와 방향 · 좌표계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440680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옵티컬 플로우를 이동체 운동과 연결하려면 회전 보상과 거리 스케일이 필수</a:t>
            </a:r>
          </a:p>
        </p:txBody>
      </p:sp>
    </p:spTree>
    <p:extLst>
      <p:ext uri="{BB962C8B-B14F-4D97-AF65-F5344CB8AC3E}">
        <p14:creationId xmlns:p14="http://schemas.microsoft.com/office/powerpoint/2010/main" val="3713508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MS PGothic"/>
              </a:rPr>
              <a:t>핵심 방법: 영상 측정 품질 반영</a:t>
            </a:r>
          </a:p>
        </p:txBody>
      </p:sp>
      <p:nvGrpSpPr>
        <p:cNvPr id="1" name=""/>
        <p:cNvGrpSpPr/>
        <p:nvPr/>
      </p:nvGrpSpPr>
      <p:sp>
        <p:nvSpPr>
          <p:cNvPr id="3" name="TextBox 2"/>
          <p:cNvSpPr txBox="1"/>
          <p:nvPr/>
        </p:nvSpPr>
        <p:spPr>
          <a:xfrm>
            <a:off x="457200" y="987552"/>
            <a:ext cx="8229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700" b="1" i="0">
                <a:solidFill>
                  <a:srgbClr val="000F65"/>
                </a:solidFill>
                <a:latin typeface="Arial"/>
                <a:ea typeface="MS PGothic"/>
              </a:rPr>
              <a:t>영상 신뢰도에 따라 관측 반영 비중을 조절한다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품질 지표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83080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유효 특징점 수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추적 가능한 점의 개수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4328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추적 성공률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이전 프레임 대비 유지 비율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65576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운동 모델 잔차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추정 운동과 맞지 않는 정도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26080" y="2880360"/>
            <a:ext cx="411480" cy="329184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2240280"/>
            <a:ext cx="1828800" cy="160020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영상 신뢰도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판단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5257800" y="2139696"/>
            <a:ext cx="365760" cy="896112"/>
          </a:xfrm>
          <a:prstGeom prst="line">
            <a:avLst/>
          </a:prstGeom>
          <a:ln w="19050">
            <a:solidFill>
              <a:srgbClr val="333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23560" y="1783080"/>
            <a:ext cx="3063240" cy="713232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신뢰도 높음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정상 보정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5257800" y="2980944"/>
            <a:ext cx="365760" cy="54864"/>
          </a:xfrm>
          <a:prstGeom prst="line">
            <a:avLst/>
          </a:prstGeom>
          <a:ln w="19050">
            <a:solidFill>
              <a:srgbClr val="333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23560" y="2624328"/>
            <a:ext cx="3063240" cy="713232"/>
          </a:xfrm>
          <a:prstGeom prst="roundRect">
            <a:avLst>
              <a:gd name="adj" fmla="val 8000"/>
            </a:avLst>
          </a:prstGeom>
          <a:solidFill>
            <a:srgbClr val="333399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Arial"/>
                <a:ea typeface="MS PGothic"/>
              </a:rPr>
              <a:t>신뢰도 낮음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Arial"/>
                <a:ea typeface="MS PGothic"/>
              </a:rPr>
              <a:t>관측 잡음 R↑ → 보정 비중↓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57800" y="3035808"/>
            <a:ext cx="365760" cy="786383"/>
          </a:xfrm>
          <a:prstGeom prst="line">
            <a:avLst/>
          </a:prstGeom>
          <a:ln w="19050">
            <a:solidFill>
              <a:srgbClr val="333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623560" y="3465576"/>
            <a:ext cx="306324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C00000"/>
                </a:solidFill>
                <a:latin typeface="Arial"/>
                <a:ea typeface="MS PGothic"/>
              </a:rPr>
              <a:t>유효 관측 없음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C00000"/>
                </a:solidFill>
                <a:latin typeface="Arial"/>
                <a:ea typeface="MS PGothic"/>
              </a:rPr>
              <a:t>보정 생략, IMU 예측 유지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26280"/>
            <a:ext cx="8229600" cy="621792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신뢰도 기준과 보정 규칙은 조정용 구간에서 결정하고, 별도의 평가 구간에 적용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03520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영상 품질이 나빠도 추정이 무너지지 않는 다중센서 융합</a:t>
            </a:r>
          </a:p>
        </p:txBody>
      </p:sp>
    </p:spTree>
    <p:extLst>
      <p:ext uri="{BB962C8B-B14F-4D97-AF65-F5344CB8AC3E}">
        <p14:creationId xmlns:p14="http://schemas.microsoft.com/office/powerpoint/2010/main" val="371350854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ea typeface="MS PGothic"/>
              </a:rPr>
              <a:t>시스템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8229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700" b="1" i="0">
                <a:solidFill>
                  <a:srgbClr val="000F65"/>
                </a:solidFill>
                <a:latin typeface="Arial"/>
                <a:ea typeface="MS PGothic"/>
              </a:rPr>
              <a:t>GPS는 입력에서 제외하고, 기준 궤적은 검증에만 사용한다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1417320" cy="64008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IMU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가속도·각속도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43200"/>
            <a:ext cx="1417320" cy="64008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카메라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연속 영상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2743200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KLT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옵티컬 플로우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743200"/>
            <a:ext cx="14173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C00000"/>
                </a:solidFill>
                <a:latin typeface="Arial"/>
                <a:ea typeface="MS PGothic"/>
              </a:rPr>
              <a:t>품질 평가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신뢰도 판단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4519" y="1965960"/>
            <a:ext cx="3474721" cy="0"/>
          </a:xfrm>
          <a:prstGeom prst="line">
            <a:avLst/>
          </a:prstGeom>
          <a:ln w="22225">
            <a:solidFill>
              <a:srgbClr val="333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011680" y="1719072"/>
            <a:ext cx="18288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333399"/>
                </a:solidFill>
                <a:latin typeface="Arial"/>
                <a:ea typeface="MS PGothic"/>
              </a:rPr>
              <a:t>예측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74519" y="3063240"/>
            <a:ext cx="274321" cy="0"/>
          </a:xfrm>
          <a:prstGeom prst="line">
            <a:avLst/>
          </a:prstGeom>
          <a:ln w="22225">
            <a:solidFill>
              <a:srgbClr val="333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383280" y="3063240"/>
            <a:ext cx="274320" cy="0"/>
          </a:xfrm>
          <a:prstGeom prst="line">
            <a:avLst/>
          </a:prstGeom>
          <a:ln w="22225">
            <a:solidFill>
              <a:srgbClr val="333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74920" y="3063240"/>
            <a:ext cx="274320" cy="0"/>
          </a:xfrm>
          <a:prstGeom prst="line">
            <a:avLst/>
          </a:prstGeom>
          <a:ln w="22225">
            <a:solidFill>
              <a:srgbClr val="333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0" y="3401568"/>
            <a:ext cx="18288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C00000"/>
                </a:solidFill>
                <a:latin typeface="Arial"/>
                <a:ea typeface="MS PGothic"/>
              </a:rPr>
              <a:t>보정 비중 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49240" y="1645920"/>
            <a:ext cx="1645920" cy="173736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상태추정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filter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C8CEEA"/>
                </a:solidFill>
                <a:latin typeface="Arial"/>
                <a:ea typeface="MS PGothic"/>
              </a:rPr>
              <a:t>예측 + 보정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95160" y="2514600"/>
            <a:ext cx="274320" cy="0"/>
          </a:xfrm>
          <a:prstGeom prst="line">
            <a:avLst/>
          </a:prstGeom>
          <a:ln w="22225">
            <a:solidFill>
              <a:srgbClr val="333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80" y="2103120"/>
            <a:ext cx="1417320" cy="82296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위치·속도·자세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9480" y="3886200"/>
            <a:ext cx="1417320" cy="640080"/>
          </a:xfrm>
          <a:prstGeom prst="roundRect">
            <a:avLst>
              <a:gd name="adj" fmla="val 8000"/>
            </a:avLst>
          </a:prstGeom>
          <a:solidFill>
            <a:srgbClr val="333399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Arial"/>
                <a:ea typeface="MS PGothic"/>
              </a:rPr>
              <a:t>성능 평가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73568" y="2926080"/>
            <a:ext cx="0" cy="960120"/>
          </a:xfrm>
          <a:prstGeom prst="line">
            <a:avLst/>
          </a:prstGeom>
          <a:ln w="19050">
            <a:solidFill>
              <a:srgbClr val="333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349240" y="3886200"/>
            <a:ext cx="16459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666666"/>
                </a:solidFill>
                <a:latin typeface="Arial"/>
                <a:ea typeface="MS PGothic"/>
              </a:rPr>
              <a:t>기준 궤적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666666"/>
                </a:solidFill>
                <a:latin typeface="Arial"/>
                <a:ea typeface="MS PGothic"/>
              </a:rPr>
              <a:t>검증용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95160" y="4206240"/>
            <a:ext cx="274320" cy="0"/>
          </a:xfrm>
          <a:prstGeom prst="line">
            <a:avLst/>
          </a:prstGeom>
          <a:ln w="15875">
            <a:solidFill>
              <a:srgbClr val="666666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57200" y="3886200"/>
            <a:ext cx="14173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666666"/>
                </a:solidFill>
                <a:latin typeface="Arial"/>
                <a:ea typeface="MS PGothic"/>
              </a:rPr>
              <a:t>GPS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C00000"/>
                </a:solidFill>
                <a:latin typeface="Arial"/>
                <a:ea typeface="MS PGothic"/>
              </a:rPr>
              <a:t>사용 안 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46320"/>
            <a:ext cx="8229600" cy="100584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구현: MATLAB 기반 영상·IMU 처리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센서별 측정 주기·시간 동기화·좌표계·카메라 보정을 확인한 뒤 융합 (연구실 시간 정합·지연 보상 절차 참고 [5, 6])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ea typeface="MS PGothic"/>
              </a:rPr>
              <a:t>연구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8229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700" b="1" i="0">
                <a:solidFill>
                  <a:srgbClr val="000F65"/>
                </a:solidFill>
                <a:latin typeface="Arial"/>
                <a:ea typeface="MS PGothic"/>
              </a:rPr>
              <a:t>연구계획서의 5단계 진행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1325880" cy="713232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Phase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508760"/>
            <a:ext cx="6766560" cy="713232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 lIns="164592" rIns="164592" tIns="36576" bIns="36576"/>
          <a:lstStyle/>
          <a:p>
            <a:pPr algn="l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데이터 구성 및 전처리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센서별 측정 주기·시간 동기화·좌표계·카메라 보정 확인, 기준 궤적은 검증용으로 분리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50008"/>
            <a:ext cx="1325880" cy="713232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Phase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20240" y="2350008"/>
            <a:ext cx="6766560" cy="713232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 lIns="164592" rIns="164592" tIns="36576" bIns="36576"/>
          <a:lstStyle/>
          <a:p>
            <a:pPr algn="l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기준 추정기 구성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MATLAB 기반 IMU 예측 + 옵티컬 플로우 보정, 잡음·바이어스·회전·거리 스케일 고려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91256"/>
            <a:ext cx="1325880" cy="713232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Phase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3191256"/>
            <a:ext cx="6766560" cy="713232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 w="15875">
            <a:solidFill>
              <a:srgbClr val="C00000"/>
            </a:solidFill>
          </a:ln>
        </p:spPr>
        <p:txBody>
          <a:bodyPr rtlCol="0" anchor="ctr" wrap="square" lIns="164592" rIns="164592" tIns="36576" bIns="36576"/>
          <a:lstStyle/>
          <a:p>
            <a:pPr algn="l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영상 품질 반영 융합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품질 지표 구성 → 신뢰도 기준·보정 규칙 설정 (비중 축소 / 보정 생략)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32504"/>
            <a:ext cx="1325880" cy="713232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Phase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4032504"/>
            <a:ext cx="6766560" cy="713232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 lIns="164592" rIns="164592" tIns="36576" bIns="36576"/>
          <a:lstStyle/>
          <a:p>
            <a:pPr algn="l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비교 실험 및 성능 평가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이동 조건·영상 조건별로 세 방법 비교, 영상 흐림·프레임 누락 실험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873752"/>
            <a:ext cx="1325880" cy="713232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Phase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0240" y="4873752"/>
            <a:ext cx="6766560" cy="713232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 lIns="164592" rIns="164592" tIns="36576" bIns="36576"/>
          <a:lstStyle/>
          <a:p>
            <a:pPr algn="l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결과 분석 및 정리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알고리즘 코드 · 비교 그래프 · 성능 평가표 · 최종 연구보고서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ea typeface="MS PGothic"/>
              </a:rPr>
              <a:t>검증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82296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700" b="1" i="0">
                <a:solidFill>
                  <a:srgbClr val="000F65"/>
                </a:solidFill>
                <a:latin typeface="Arial"/>
                <a:ea typeface="MS PGothic"/>
              </a:rPr>
              <a:t>동일한 초기 조건과 데이터 구간에서 세 방법 비교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560320" cy="77724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IMU 단독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비교 기준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554480"/>
            <a:ext cx="2560320" cy="77724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고정 신뢰도 융합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333333"/>
                </a:solidFill>
                <a:latin typeface="Arial"/>
                <a:ea typeface="MS PGothic"/>
              </a:rPr>
              <a:t>영상 보정 비중 고정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554480"/>
            <a:ext cx="2560320" cy="777240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영상 신뢰도 반영 융합</a:t>
            </a:r>
          </a:p>
          <a:p>
            <a:pPr algn="ctr" marL="0" indent="0">
              <a:lnSpc>
                <a:spcPct val="110000"/>
              </a:lnSpc>
              <a:buNone/>
            </a:pPr>
            <a:r>
              <a:rPr sz="1200" b="0" i="0">
                <a:solidFill>
                  <a:srgbClr val="C8CEEA"/>
                </a:solidFill>
                <a:latin typeface="Arial"/>
                <a:ea typeface="MS PGothic"/>
              </a:rPr>
              <a:t>본 연구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실험 조건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52928"/>
            <a:ext cx="1920240" cy="50292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직선 주행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852928"/>
            <a:ext cx="1920240" cy="50292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선회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2852928"/>
            <a:ext cx="1920240" cy="50292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정지·출발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59" y="2852928"/>
            <a:ext cx="1920240" cy="50292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영상 품질 저하 구간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822960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C00000"/>
                </a:solidFill>
                <a:latin typeface="Arial"/>
                <a:ea typeface="MS PGothic"/>
              </a:rPr>
              <a:t>추가: 영상 흐림 · 프레임 누락 부여 (원본 데이터 실험과 구분하여 기록)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05072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평가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4340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위치 RMSE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434340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최종 위치 오차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434340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영상 중단 시 오차 증가량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74519" y="493776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속도 RMSE (기준 속도 제공 시)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60" y="493776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000F65"/>
                </a:solidFill>
                <a:latin typeface="Arial"/>
                <a:ea typeface="MS PGothic"/>
              </a:rPr>
              <a:t>처리시간 (구현 가능성)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559552"/>
            <a:ext cx="82296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666666"/>
                </a:solidFill>
                <a:latin typeface="Arial"/>
                <a:ea typeface="MS PGothic"/>
              </a:rPr>
              <a:t>모든 방법에 동일한 시간 정합·좌표 정렬 기준 적용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ea typeface="MS PGothic"/>
              </a:rPr>
              <a:t>수행 일정 (15주)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703320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35552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67784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0016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2248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4480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6712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28944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1176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25640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7872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0104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2336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4568" y="1097280"/>
            <a:ext cx="33223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000F65"/>
                </a:solidFill>
                <a:latin typeface="Arial"/>
                <a:ea typeface="MS PGothic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79" y="1097280"/>
            <a:ext cx="5029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666666"/>
                </a:solidFill>
                <a:latin typeface="Arial"/>
                <a:ea typeface="MS PGothic"/>
              </a:rPr>
              <a:t>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371600"/>
            <a:ext cx="8229600" cy="65836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1371600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선행연구 분석·데이터 확보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1~3주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30752" y="1581912"/>
            <a:ext cx="941832" cy="237744"/>
          </a:xfrm>
          <a:prstGeom prst="roundRect">
            <a:avLst/>
          </a:prstGeom>
          <a:solidFill>
            <a:srgbClr val="8C96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029967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데이터 전처리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3~5주 · 동기화·좌표계·보정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95216" y="2240279"/>
            <a:ext cx="941832" cy="237744"/>
          </a:xfrm>
          <a:prstGeom prst="roundRect">
            <a:avLst/>
          </a:prstGeom>
          <a:solidFill>
            <a:srgbClr val="8C96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688336"/>
            <a:ext cx="8229600" cy="65836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688336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기준 추정기 구성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5~8주 · IMU 예측 + 플로우 보정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59680" y="2898648"/>
            <a:ext cx="1274064" cy="237744"/>
          </a:xfrm>
          <a:prstGeom prst="roundRect">
            <a:avLst/>
          </a:prstGeom>
          <a:solidFill>
            <a:srgbClr val="8C96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346704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영상 품질 반영 융합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9~11주 · 품질 지표·보정 규칙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88608" y="3557016"/>
            <a:ext cx="941832" cy="237744"/>
          </a:xfrm>
          <a:prstGeom prst="roundRect">
            <a:avLst/>
          </a:prstGeom>
          <a:solidFill>
            <a:srgbClr val="000F6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005072"/>
            <a:ext cx="8229600" cy="65836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005072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비교 실험·성능 평가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12~13주 · 조건별 비교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85304" y="4215384"/>
            <a:ext cx="609600" cy="237744"/>
          </a:xfrm>
          <a:prstGeom prst="roundRect">
            <a:avLst/>
          </a:prstGeom>
          <a:solidFill>
            <a:srgbClr val="8C96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663440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000F65"/>
                </a:solidFill>
                <a:latin typeface="Arial"/>
                <a:ea typeface="MS PGothic"/>
              </a:rPr>
              <a:t>결과 분석·최종 보고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14~15주 · 보고서·발표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9767" y="4873752"/>
            <a:ext cx="609600" cy="237744"/>
          </a:xfrm>
          <a:prstGeom prst="roundRect">
            <a:avLst/>
          </a:prstGeom>
          <a:solidFill>
            <a:srgbClr val="8C96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3703320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035552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367784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700016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032248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364480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696712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28944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361176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693408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025640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57872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690104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022336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354568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686800" y="1325880"/>
            <a:ext cx="0" cy="3995928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361176" y="1325880"/>
            <a:ext cx="0" cy="3995928"/>
          </a:xfrm>
          <a:prstGeom prst="line">
            <a:avLst/>
          </a:prstGeom>
          <a:ln w="15875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46776" y="5349240"/>
            <a:ext cx="18288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050" b="1" i="0">
                <a:solidFill>
                  <a:srgbClr val="C00000"/>
                </a:solidFill>
                <a:latin typeface="Arial"/>
                <a:ea typeface="MS PGothic"/>
              </a:rPr>
              <a:t>8주 말: 중간 점검 (기준 결과)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0624" y="3319272"/>
            <a:ext cx="8302752" cy="713232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57200" y="5623560"/>
            <a:ext cx="8229600" cy="384048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Arial"/>
                <a:ea typeface="MS PGothic"/>
              </a:rPr>
              <a:t>결과물: 알고리즘 코드 · 비교 그래프 · 성능 평가표 · 최종 연구보고서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ea typeface="MS PGothic"/>
              </a:rPr>
              <a:t>참고문헌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02920" cy="603504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1560" y="1188720"/>
            <a:ext cx="7635240" cy="603504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 lIns="109728" rIns="109728" tIns="27432" bIns="27432"/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P. D. Groves, Principles of GNSS, Inertial, and Multisensor Integrated Navigation Systems, 2nd ed., Artech House, 2013.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83664"/>
            <a:ext cx="502920" cy="603504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1883664"/>
            <a:ext cx="7635240" cy="603504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 lIns="109728" rIns="109728" tIns="27432" bIns="27432"/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A. I. Mourikis and S. I. Roumeliotis, “A Multi-State Constraint Kalman Filter for Vision-aided Inertial Navigation,” IEEE ICRA, pp. 3565–3572, 2007.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78608"/>
            <a:ext cx="502920" cy="603504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578608"/>
            <a:ext cx="7635240" cy="603504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 lIns="109728" rIns="109728" tIns="27432" bIns="27432"/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D. S. Bayard et al., “Vision-Based Navigation for the NASA Mars Helicopter,” AIAA SciTech Forum, 2019.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73552"/>
            <a:ext cx="502920" cy="603504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3273552"/>
            <a:ext cx="7635240" cy="603504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 lIns="109728" rIns="109728" tIns="27432" bIns="27432"/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B. D. Lucas and T. Kanade, “An Iterative Image Registration Technique with an Application to Stereo Vision,” IJCAI, pp. 674–679, 1981.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68496"/>
            <a:ext cx="502920" cy="603504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3968496"/>
            <a:ext cx="7635240" cy="603504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 lIns="109728" rIns="109728" tIns="27432" bIns="27432"/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M. Kim, W. Kang, and C. Ahn, “Delay-Compensated Lane-Coordinate Vehicle State Estimation Using Low-Cost Sensors,” Sensors, vol. 25, no. 19, 6251, 2025.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663440"/>
            <a:ext cx="502920" cy="603504"/>
          </a:xfrm>
          <a:prstGeom prst="roundRect">
            <a:avLst>
              <a:gd name="adj" fmla="val 8000"/>
            </a:avLst>
          </a:prstGeom>
          <a:solidFill>
            <a:srgbClr val="000F65"/>
          </a:solidFill>
          <a:ln>
            <a:noFill/>
          </a:ln>
        </p:spPr>
        <p:txBody>
          <a:bodyPr rtlCol="0" anchor="ctr" wrap="square"/>
          <a:lstStyle/>
          <a:p>
            <a:pPr algn="ctr" marL="0" indent="0">
              <a:lnSpc>
                <a:spcPct val="110000"/>
              </a:lnSpc>
              <a:buNone/>
            </a:pPr>
            <a:r>
              <a:rPr sz="1400" b="1" i="0">
                <a:solidFill>
                  <a:srgbClr val="FFFFFF"/>
                </a:solidFill>
                <a:latin typeface="Arial"/>
                <a:ea typeface="MS PGothic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4663440"/>
            <a:ext cx="7635240" cy="603504"/>
          </a:xfrm>
          <a:prstGeom prst="roundRect">
            <a:avLst>
              <a:gd name="adj" fmla="val 8000"/>
            </a:avLst>
          </a:prstGeom>
          <a:solidFill>
            <a:srgbClr val="DAEDEF"/>
          </a:solidFill>
          <a:ln>
            <a:noFill/>
          </a:ln>
        </p:spPr>
        <p:txBody>
          <a:bodyPr rtlCol="0" anchor="ctr" wrap="square" lIns="109728" rIns="109728" tIns="27432" bIns="27432"/>
          <a:lstStyle/>
          <a:p>
            <a:pPr algn="l" marL="0" indent="0">
              <a:lnSpc>
                <a:spcPct val="110000"/>
              </a:lnSpc>
              <a:buNone/>
            </a:pPr>
            <a:r>
              <a:rPr sz="1050" b="0" i="0">
                <a:solidFill>
                  <a:srgbClr val="333333"/>
                </a:solidFill>
                <a:latin typeface="Arial"/>
                <a:ea typeface="MS PGothic"/>
              </a:rPr>
              <a:t>M. Kim and C. Ahn, “State Estimation of Preceding Target Vehicle Using Radar and V2X,” IEEE Access, vol. 13, 2025.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4068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0000"/>
              </a:lnSpc>
              <a:buNone/>
            </a:pPr>
            <a:r>
              <a:rPr sz="1700" b="1" i="0">
                <a:solidFill>
                  <a:srgbClr val="000F65"/>
                </a:solidFill>
                <a:latin typeface="Arial"/>
                <a:ea typeface="MS PGothic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lank Presentation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1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1" charset="-128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27475</TotalTime>
  <Words>1597</Words>
  <Application>Microsoft Office PowerPoint</Application>
  <PresentationFormat>On-screen Show (4:3)</PresentationFormat>
  <Paragraphs>393</Paragraphs>
  <Slides>7</Slides>
  <Notes>23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0" baseType="lpstr">
      <vt:lpstr>ＭＳ Ｐゴシック</vt:lpstr>
      <vt:lpstr>Arial</vt:lpstr>
      <vt:lpstr>Courier New</vt:lpstr>
      <vt:lpstr>Times New Roman</vt:lpstr>
      <vt:lpstr>Wingdings</vt:lpstr>
      <vt:lpstr>Wingdings 2</vt:lpstr>
      <vt:lpstr>Blank Presentation</vt:lpstr>
      <vt:lpstr>Equation</vt:lpstr>
      <vt:lpstr>Lecture 3 Control and Estimation</vt:lpstr>
      <vt:lpstr>Outline</vt:lpstr>
      <vt:lpstr>PowerPoint Presentation</vt:lpstr>
      <vt:lpstr>PID Controller</vt:lpstr>
      <vt:lpstr>Proportional Feedback  (P-Control, 비례제어)</vt:lpstr>
      <vt:lpstr>Proportional Differential Feedback  (PD-Control, 비례미분제어)</vt:lpstr>
      <vt:lpstr>Proportional Integral Feedback  (PI-Control, 비례적분 제어)</vt:lpstr>
      <vt:lpstr>Proportional Integral Differential Feedback  (PID-Control, 비례적분미분 제어)</vt:lpstr>
      <vt:lpstr>PowerPoint Presentation</vt:lpstr>
      <vt:lpstr>State Feedback Controller</vt:lpstr>
      <vt:lpstr>Linear Quadratic Regulator</vt:lpstr>
      <vt:lpstr>Linear Quadratic Regulator</vt:lpstr>
      <vt:lpstr>PowerPoint Presentation</vt:lpstr>
      <vt:lpstr>MPC (Model Predictive Control) 작동 개념</vt:lpstr>
      <vt:lpstr>MPC Formulation</vt:lpstr>
      <vt:lpstr>MPC 제어시스템 구조</vt:lpstr>
      <vt:lpstr>MPC 특성</vt:lpstr>
      <vt:lpstr>Model Predictive Control</vt:lpstr>
      <vt:lpstr>PowerPoint Presentation</vt:lpstr>
      <vt:lpstr>PowerPoint Presentation</vt:lpstr>
      <vt:lpstr>Dynamic System</vt:lpstr>
      <vt:lpstr>Representation of Dynamic System</vt:lpstr>
      <vt:lpstr>State Estimation</vt:lpstr>
      <vt:lpstr>State Estimation</vt:lpstr>
      <vt:lpstr>State Estimation</vt:lpstr>
      <vt:lpstr>State Estimation</vt:lpstr>
      <vt:lpstr>Luenberger Observer</vt:lpstr>
      <vt:lpstr>Noise!</vt:lpstr>
      <vt:lpstr>PowerPoint Presentation</vt:lpstr>
      <vt:lpstr>Noise as a Random Variable</vt:lpstr>
      <vt:lpstr>Noise as a Random Variable</vt:lpstr>
      <vt:lpstr>Optimal State Estimation</vt:lpstr>
      <vt:lpstr>Optimal State Estimation</vt:lpstr>
      <vt:lpstr>Kalman Filter</vt:lpstr>
      <vt:lpstr>Luenberger Observer and Kalman Filter</vt:lpstr>
      <vt:lpstr>Kalman Filter and Nonlinearity</vt:lpstr>
      <vt:lpstr>Kalman Filter Family</vt:lpstr>
      <vt:lpstr>Extended Kalman Filter</vt:lpstr>
      <vt:lpstr>Unscented Kalman Filter</vt:lpstr>
      <vt:lpstr>Unscented Kalman Filter</vt:lpstr>
      <vt:lpstr>Particle Filter</vt:lpstr>
      <vt:lpstr>Kalman Filter Summary</vt:lpstr>
    </vt:vector>
  </TitlesOfParts>
  <Company>soe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Changsun Ahn</dc:creator>
  <cp:lastModifiedBy>Changsun Ahn</cp:lastModifiedBy>
  <cp:revision>984</cp:revision>
  <cp:lastPrinted>2007-07-10T13:49:16Z</cp:lastPrinted>
  <dcterms:created xsi:type="dcterms:W3CDTF">2007-07-10T12:52:37Z</dcterms:created>
  <dcterms:modified xsi:type="dcterms:W3CDTF">2026-07-30T01:16:46Z</dcterms:modified>
</cp:coreProperties>
</file>